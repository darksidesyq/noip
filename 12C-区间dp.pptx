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4" r:id="rId3"/>
  </p:sldMasterIdLst>
  <p:notesMasterIdLst>
    <p:notesMasterId r:id="rId18"/>
  </p:notesMasterIdLst>
  <p:handoutMasterIdLst>
    <p:handoutMasterId r:id="rId19"/>
  </p:handoutMasterIdLst>
  <p:sldIdLst>
    <p:sldId id="265" r:id="rId4"/>
    <p:sldId id="344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40" r:id="rId17"/>
  </p:sldIdLst>
  <p:sldSz cx="12192000" cy="6858000"/>
  <p:notesSz cx="6858000" cy="9144000"/>
  <p:defaultTextStyle>
    <a:defPPr>
      <a:defRPr lang="zh-CN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AFCF"/>
    <a:srgbClr val="76CBE0"/>
    <a:srgbClr val="EE122C"/>
    <a:srgbClr val="FF40FF"/>
    <a:srgbClr val="F46B34"/>
    <a:srgbClr val="FF7E79"/>
    <a:srgbClr val="F57D4D"/>
    <a:srgbClr val="ED939C"/>
    <a:srgbClr val="F6CACE"/>
    <a:srgbClr val="449E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3" autoAdjust="0"/>
    <p:restoredTop sz="83676" autoAdjust="0"/>
  </p:normalViewPr>
  <p:slideViewPr>
    <p:cSldViewPr snapToGrid="0">
      <p:cViewPr varScale="1">
        <p:scale>
          <a:sx n="105" d="100"/>
          <a:sy n="105" d="100"/>
        </p:scale>
        <p:origin x="640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01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6A36E-8CE9-4233-9D17-03EBF3D3C3EA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ED53AB-73E4-496E-889A-60B59C3079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AF574-9E5E-4479-A694-7B0504769AE1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模板来自于 </a:t>
            </a:r>
            <a:r>
              <a:rPr lang="en-US" altLang="zh-CN" dirty="0"/>
              <a:t>http://docer.mysoeasy.com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8F04A-84B0-4E5D-A1A7-EE43D6EF2A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1218565" rtl="0" eaLnBrk="1" latinLnBrk="0" hangingPunct="1">
      <a:buFont typeface="Arial" panose="020B0604020202020204" pitchFamily="34" charset="0"/>
      <a:buNone/>
      <a:defRPr sz="1865" kern="1200" baseline="0">
        <a:solidFill>
          <a:srgbClr val="FF0000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图片大家会用，数学公式可以选直接贴图片或者</a:t>
            </a:r>
            <a:r>
              <a:rPr lang="en-US" altLang="zh-CN" dirty="0" err="1" smtClean="0"/>
              <a:t>ppt</a:t>
            </a:r>
            <a:r>
              <a:rPr lang="zh-CN" altLang="en-US" dirty="0" smtClean="0"/>
              <a:t>的公式编辑器</a:t>
            </a:r>
            <a:r>
              <a:rPr lang="en-US" altLang="zh-CN" dirty="0" smtClean="0"/>
              <a:t>(</a:t>
            </a:r>
            <a:r>
              <a:rPr lang="zh-CN" altLang="en-US" dirty="0" smtClean="0"/>
              <a:t>虽然感觉贼鸡儿难用</a:t>
            </a:r>
            <a:r>
              <a:rPr lang="en-US" altLang="zh-CN" dirty="0" smtClean="0"/>
              <a:t>)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已调整为 </a:t>
            </a:r>
            <a:r>
              <a:rPr lang="en-US" altLang="zh-CN" dirty="0" smtClean="0"/>
              <a:t>consoles </a:t>
            </a:r>
            <a:r>
              <a:rPr lang="zh-CN" altLang="en-US" dirty="0" smtClean="0"/>
              <a:t>字体，方便贴代码（虽然依然没有高亮）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39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GI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GI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7"/>
          <p:cNvSpPr>
            <a:spLocks noEditPoints="1"/>
          </p:cNvSpPr>
          <p:nvPr userDrawn="1"/>
        </p:nvSpPr>
        <p:spPr bwMode="auto">
          <a:xfrm rot="20644514">
            <a:off x="787796" y="736275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Freeform 363"/>
          <p:cNvSpPr>
            <a:spLocks noEditPoints="1"/>
          </p:cNvSpPr>
          <p:nvPr userDrawn="1"/>
        </p:nvSpPr>
        <p:spPr bwMode="auto">
          <a:xfrm rot="1658487">
            <a:off x="6324103" y="367060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Freeform 463"/>
          <p:cNvSpPr>
            <a:spLocks noEditPoints="1"/>
          </p:cNvSpPr>
          <p:nvPr userDrawn="1"/>
        </p:nvSpPr>
        <p:spPr bwMode="auto">
          <a:xfrm rot="19468345">
            <a:off x="4618331" y="568096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Freeform 345"/>
          <p:cNvSpPr>
            <a:spLocks noEditPoints="1"/>
          </p:cNvSpPr>
          <p:nvPr userDrawn="1"/>
        </p:nvSpPr>
        <p:spPr bwMode="auto">
          <a:xfrm rot="19951744">
            <a:off x="485337" y="1535222"/>
            <a:ext cx="2166226" cy="3066048"/>
          </a:xfrm>
          <a:custGeom>
            <a:avLst/>
            <a:gdLst>
              <a:gd name="T0" fmla="*/ 190 w 195"/>
              <a:gd name="T1" fmla="*/ 163 h 276"/>
              <a:gd name="T2" fmla="*/ 195 w 195"/>
              <a:gd name="T3" fmla="*/ 174 h 276"/>
              <a:gd name="T4" fmla="*/ 192 w 195"/>
              <a:gd name="T5" fmla="*/ 180 h 276"/>
              <a:gd name="T6" fmla="*/ 105 w 195"/>
              <a:gd name="T7" fmla="*/ 212 h 276"/>
              <a:gd name="T8" fmla="*/ 98 w 195"/>
              <a:gd name="T9" fmla="*/ 202 h 276"/>
              <a:gd name="T10" fmla="*/ 101 w 195"/>
              <a:gd name="T11" fmla="*/ 195 h 276"/>
              <a:gd name="T12" fmla="*/ 187 w 195"/>
              <a:gd name="T13" fmla="*/ 160 h 276"/>
              <a:gd name="T14" fmla="*/ 20 w 195"/>
              <a:gd name="T15" fmla="*/ 147 h 276"/>
              <a:gd name="T16" fmla="*/ 15 w 195"/>
              <a:gd name="T17" fmla="*/ 157 h 276"/>
              <a:gd name="T18" fmla="*/ 20 w 195"/>
              <a:gd name="T19" fmla="*/ 168 h 276"/>
              <a:gd name="T20" fmla="*/ 32 w 195"/>
              <a:gd name="T21" fmla="*/ 169 h 276"/>
              <a:gd name="T22" fmla="*/ 40 w 195"/>
              <a:gd name="T23" fmla="*/ 161 h 276"/>
              <a:gd name="T24" fmla="*/ 37 w 195"/>
              <a:gd name="T25" fmla="*/ 150 h 276"/>
              <a:gd name="T26" fmla="*/ 27 w 195"/>
              <a:gd name="T27" fmla="*/ 145 h 276"/>
              <a:gd name="T28" fmla="*/ 102 w 195"/>
              <a:gd name="T29" fmla="*/ 2 h 276"/>
              <a:gd name="T30" fmla="*/ 105 w 195"/>
              <a:gd name="T31" fmla="*/ 12 h 276"/>
              <a:gd name="T32" fmla="*/ 100 w 195"/>
              <a:gd name="T33" fmla="*/ 14 h 276"/>
              <a:gd name="T34" fmla="*/ 151 w 195"/>
              <a:gd name="T35" fmla="*/ 146 h 276"/>
              <a:gd name="T36" fmla="*/ 148 w 195"/>
              <a:gd name="T37" fmla="*/ 149 h 276"/>
              <a:gd name="T38" fmla="*/ 147 w 195"/>
              <a:gd name="T39" fmla="*/ 151 h 276"/>
              <a:gd name="T40" fmla="*/ 148 w 195"/>
              <a:gd name="T41" fmla="*/ 160 h 276"/>
              <a:gd name="T42" fmla="*/ 144 w 195"/>
              <a:gd name="T43" fmla="*/ 166 h 276"/>
              <a:gd name="T44" fmla="*/ 129 w 195"/>
              <a:gd name="T45" fmla="*/ 169 h 276"/>
              <a:gd name="T46" fmla="*/ 124 w 195"/>
              <a:gd name="T47" fmla="*/ 161 h 276"/>
              <a:gd name="T48" fmla="*/ 120 w 195"/>
              <a:gd name="T49" fmla="*/ 160 h 276"/>
              <a:gd name="T50" fmla="*/ 118 w 195"/>
              <a:gd name="T51" fmla="*/ 160 h 276"/>
              <a:gd name="T52" fmla="*/ 91 w 195"/>
              <a:gd name="T53" fmla="*/ 97 h 276"/>
              <a:gd name="T54" fmla="*/ 84 w 195"/>
              <a:gd name="T55" fmla="*/ 97 h 276"/>
              <a:gd name="T56" fmla="*/ 52 w 195"/>
              <a:gd name="T57" fmla="*/ 136 h 276"/>
              <a:gd name="T58" fmla="*/ 55 w 195"/>
              <a:gd name="T59" fmla="*/ 151 h 276"/>
              <a:gd name="T60" fmla="*/ 52 w 195"/>
              <a:gd name="T61" fmla="*/ 170 h 276"/>
              <a:gd name="T62" fmla="*/ 46 w 195"/>
              <a:gd name="T63" fmla="*/ 180 h 276"/>
              <a:gd name="T64" fmla="*/ 59 w 195"/>
              <a:gd name="T65" fmla="*/ 216 h 276"/>
              <a:gd name="T66" fmla="*/ 87 w 195"/>
              <a:gd name="T67" fmla="*/ 243 h 276"/>
              <a:gd name="T68" fmla="*/ 185 w 195"/>
              <a:gd name="T69" fmla="*/ 244 h 276"/>
              <a:gd name="T70" fmla="*/ 193 w 195"/>
              <a:gd name="T71" fmla="*/ 256 h 276"/>
              <a:gd name="T72" fmla="*/ 189 w 195"/>
              <a:gd name="T73" fmla="*/ 274 h 276"/>
              <a:gd name="T74" fmla="*/ 22 w 195"/>
              <a:gd name="T75" fmla="*/ 276 h 276"/>
              <a:gd name="T76" fmla="*/ 12 w 195"/>
              <a:gd name="T77" fmla="*/ 270 h 276"/>
              <a:gd name="T78" fmla="*/ 12 w 195"/>
              <a:gd name="T79" fmla="*/ 251 h 276"/>
              <a:gd name="T80" fmla="*/ 22 w 195"/>
              <a:gd name="T81" fmla="*/ 244 h 276"/>
              <a:gd name="T82" fmla="*/ 29 w 195"/>
              <a:gd name="T83" fmla="*/ 241 h 276"/>
              <a:gd name="T84" fmla="*/ 17 w 195"/>
              <a:gd name="T85" fmla="*/ 210 h 276"/>
              <a:gd name="T86" fmla="*/ 8 w 195"/>
              <a:gd name="T87" fmla="*/ 177 h 276"/>
              <a:gd name="T88" fmla="*/ 0 w 195"/>
              <a:gd name="T89" fmla="*/ 157 h 276"/>
              <a:gd name="T90" fmla="*/ 15 w 195"/>
              <a:gd name="T91" fmla="*/ 131 h 276"/>
              <a:gd name="T92" fmla="*/ 38 w 195"/>
              <a:gd name="T93" fmla="*/ 91 h 276"/>
              <a:gd name="T94" fmla="*/ 75 w 195"/>
              <a:gd name="T95" fmla="*/ 62 h 276"/>
              <a:gd name="T96" fmla="*/ 65 w 195"/>
              <a:gd name="T97" fmla="*/ 31 h 276"/>
              <a:gd name="T98" fmla="*/ 61 w 195"/>
              <a:gd name="T99" fmla="*/ 30 h 276"/>
              <a:gd name="T100" fmla="*/ 56 w 195"/>
              <a:gd name="T101" fmla="*/ 31 h 276"/>
              <a:gd name="T102" fmla="*/ 52 w 195"/>
              <a:gd name="T103" fmla="*/ 20 h 276"/>
              <a:gd name="T104" fmla="*/ 59 w 195"/>
              <a:gd name="T105" fmla="*/ 16 h 276"/>
              <a:gd name="T106" fmla="*/ 101 w 195"/>
              <a:gd name="T107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5" h="276">
                <a:moveTo>
                  <a:pt x="187" y="160"/>
                </a:moveTo>
                <a:lnTo>
                  <a:pt x="189" y="161"/>
                </a:lnTo>
                <a:lnTo>
                  <a:pt x="190" y="163"/>
                </a:lnTo>
                <a:lnTo>
                  <a:pt x="193" y="165"/>
                </a:lnTo>
                <a:lnTo>
                  <a:pt x="195" y="172"/>
                </a:lnTo>
                <a:lnTo>
                  <a:pt x="195" y="174"/>
                </a:lnTo>
                <a:lnTo>
                  <a:pt x="195" y="177"/>
                </a:lnTo>
                <a:lnTo>
                  <a:pt x="193" y="178"/>
                </a:lnTo>
                <a:lnTo>
                  <a:pt x="192" y="180"/>
                </a:lnTo>
                <a:lnTo>
                  <a:pt x="110" y="212"/>
                </a:lnTo>
                <a:lnTo>
                  <a:pt x="107" y="212"/>
                </a:lnTo>
                <a:lnTo>
                  <a:pt x="105" y="212"/>
                </a:lnTo>
                <a:lnTo>
                  <a:pt x="103" y="211"/>
                </a:lnTo>
                <a:lnTo>
                  <a:pt x="101" y="209"/>
                </a:lnTo>
                <a:lnTo>
                  <a:pt x="98" y="202"/>
                </a:lnTo>
                <a:lnTo>
                  <a:pt x="98" y="200"/>
                </a:lnTo>
                <a:lnTo>
                  <a:pt x="98" y="197"/>
                </a:lnTo>
                <a:lnTo>
                  <a:pt x="101" y="195"/>
                </a:lnTo>
                <a:lnTo>
                  <a:pt x="102" y="193"/>
                </a:lnTo>
                <a:lnTo>
                  <a:pt x="184" y="161"/>
                </a:lnTo>
                <a:lnTo>
                  <a:pt x="187" y="160"/>
                </a:lnTo>
                <a:close/>
                <a:moveTo>
                  <a:pt x="27" y="145"/>
                </a:moveTo>
                <a:lnTo>
                  <a:pt x="23" y="145"/>
                </a:lnTo>
                <a:lnTo>
                  <a:pt x="20" y="147"/>
                </a:lnTo>
                <a:lnTo>
                  <a:pt x="17" y="150"/>
                </a:lnTo>
                <a:lnTo>
                  <a:pt x="15" y="154"/>
                </a:lnTo>
                <a:lnTo>
                  <a:pt x="15" y="157"/>
                </a:lnTo>
                <a:lnTo>
                  <a:pt x="15" y="161"/>
                </a:lnTo>
                <a:lnTo>
                  <a:pt x="17" y="165"/>
                </a:lnTo>
                <a:lnTo>
                  <a:pt x="20" y="168"/>
                </a:lnTo>
                <a:lnTo>
                  <a:pt x="23" y="169"/>
                </a:lnTo>
                <a:lnTo>
                  <a:pt x="27" y="170"/>
                </a:lnTo>
                <a:lnTo>
                  <a:pt x="32" y="169"/>
                </a:lnTo>
                <a:lnTo>
                  <a:pt x="35" y="168"/>
                </a:lnTo>
                <a:lnTo>
                  <a:pt x="37" y="165"/>
                </a:lnTo>
                <a:lnTo>
                  <a:pt x="40" y="161"/>
                </a:lnTo>
                <a:lnTo>
                  <a:pt x="40" y="157"/>
                </a:lnTo>
                <a:lnTo>
                  <a:pt x="40" y="154"/>
                </a:lnTo>
                <a:lnTo>
                  <a:pt x="37" y="150"/>
                </a:lnTo>
                <a:lnTo>
                  <a:pt x="35" y="147"/>
                </a:lnTo>
                <a:lnTo>
                  <a:pt x="32" y="145"/>
                </a:lnTo>
                <a:lnTo>
                  <a:pt x="27" y="145"/>
                </a:lnTo>
                <a:close/>
                <a:moveTo>
                  <a:pt x="101" y="0"/>
                </a:moveTo>
                <a:lnTo>
                  <a:pt x="102" y="0"/>
                </a:lnTo>
                <a:lnTo>
                  <a:pt x="102" y="2"/>
                </a:lnTo>
                <a:lnTo>
                  <a:pt x="106" y="9"/>
                </a:lnTo>
                <a:lnTo>
                  <a:pt x="106" y="11"/>
                </a:lnTo>
                <a:lnTo>
                  <a:pt x="105" y="12"/>
                </a:lnTo>
                <a:lnTo>
                  <a:pt x="103" y="13"/>
                </a:lnTo>
                <a:lnTo>
                  <a:pt x="101" y="14"/>
                </a:lnTo>
                <a:lnTo>
                  <a:pt x="100" y="14"/>
                </a:lnTo>
                <a:lnTo>
                  <a:pt x="100" y="16"/>
                </a:lnTo>
                <a:lnTo>
                  <a:pt x="100" y="18"/>
                </a:lnTo>
                <a:lnTo>
                  <a:pt x="151" y="146"/>
                </a:lnTo>
                <a:lnTo>
                  <a:pt x="151" y="147"/>
                </a:lnTo>
                <a:lnTo>
                  <a:pt x="149" y="149"/>
                </a:lnTo>
                <a:lnTo>
                  <a:pt x="148" y="149"/>
                </a:lnTo>
                <a:lnTo>
                  <a:pt x="148" y="150"/>
                </a:lnTo>
                <a:lnTo>
                  <a:pt x="147" y="150"/>
                </a:lnTo>
                <a:lnTo>
                  <a:pt x="147" y="151"/>
                </a:lnTo>
                <a:lnTo>
                  <a:pt x="147" y="152"/>
                </a:lnTo>
                <a:lnTo>
                  <a:pt x="148" y="157"/>
                </a:lnTo>
                <a:lnTo>
                  <a:pt x="148" y="160"/>
                </a:lnTo>
                <a:lnTo>
                  <a:pt x="148" y="163"/>
                </a:lnTo>
                <a:lnTo>
                  <a:pt x="147" y="164"/>
                </a:lnTo>
                <a:lnTo>
                  <a:pt x="144" y="166"/>
                </a:lnTo>
                <a:lnTo>
                  <a:pt x="134" y="169"/>
                </a:lnTo>
                <a:lnTo>
                  <a:pt x="132" y="170"/>
                </a:lnTo>
                <a:lnTo>
                  <a:pt x="129" y="169"/>
                </a:lnTo>
                <a:lnTo>
                  <a:pt x="128" y="168"/>
                </a:lnTo>
                <a:lnTo>
                  <a:pt x="125" y="165"/>
                </a:lnTo>
                <a:lnTo>
                  <a:pt x="124" y="161"/>
                </a:lnTo>
                <a:lnTo>
                  <a:pt x="124" y="161"/>
                </a:lnTo>
                <a:lnTo>
                  <a:pt x="123" y="160"/>
                </a:lnTo>
                <a:lnTo>
                  <a:pt x="120" y="160"/>
                </a:lnTo>
                <a:lnTo>
                  <a:pt x="120" y="160"/>
                </a:lnTo>
                <a:lnTo>
                  <a:pt x="119" y="161"/>
                </a:lnTo>
                <a:lnTo>
                  <a:pt x="118" y="160"/>
                </a:lnTo>
                <a:lnTo>
                  <a:pt x="116" y="159"/>
                </a:lnTo>
                <a:lnTo>
                  <a:pt x="93" y="100"/>
                </a:lnTo>
                <a:lnTo>
                  <a:pt x="91" y="97"/>
                </a:lnTo>
                <a:lnTo>
                  <a:pt x="89" y="96"/>
                </a:lnTo>
                <a:lnTo>
                  <a:pt x="87" y="96"/>
                </a:lnTo>
                <a:lnTo>
                  <a:pt x="84" y="97"/>
                </a:lnTo>
                <a:lnTo>
                  <a:pt x="70" y="108"/>
                </a:lnTo>
                <a:lnTo>
                  <a:pt x="60" y="120"/>
                </a:lnTo>
                <a:lnTo>
                  <a:pt x="52" y="136"/>
                </a:lnTo>
                <a:lnTo>
                  <a:pt x="51" y="140"/>
                </a:lnTo>
                <a:lnTo>
                  <a:pt x="52" y="145"/>
                </a:lnTo>
                <a:lnTo>
                  <a:pt x="55" y="151"/>
                </a:lnTo>
                <a:lnTo>
                  <a:pt x="55" y="157"/>
                </a:lnTo>
                <a:lnTo>
                  <a:pt x="55" y="164"/>
                </a:lnTo>
                <a:lnTo>
                  <a:pt x="52" y="170"/>
                </a:lnTo>
                <a:lnTo>
                  <a:pt x="49" y="175"/>
                </a:lnTo>
                <a:lnTo>
                  <a:pt x="47" y="178"/>
                </a:lnTo>
                <a:lnTo>
                  <a:pt x="46" y="180"/>
                </a:lnTo>
                <a:lnTo>
                  <a:pt x="46" y="184"/>
                </a:lnTo>
                <a:lnTo>
                  <a:pt x="51" y="201"/>
                </a:lnTo>
                <a:lnTo>
                  <a:pt x="59" y="216"/>
                </a:lnTo>
                <a:lnTo>
                  <a:pt x="69" y="230"/>
                </a:lnTo>
                <a:lnTo>
                  <a:pt x="83" y="242"/>
                </a:lnTo>
                <a:lnTo>
                  <a:pt x="87" y="243"/>
                </a:lnTo>
                <a:lnTo>
                  <a:pt x="89" y="244"/>
                </a:lnTo>
                <a:lnTo>
                  <a:pt x="181" y="244"/>
                </a:lnTo>
                <a:lnTo>
                  <a:pt x="185" y="244"/>
                </a:lnTo>
                <a:lnTo>
                  <a:pt x="189" y="247"/>
                </a:lnTo>
                <a:lnTo>
                  <a:pt x="192" y="251"/>
                </a:lnTo>
                <a:lnTo>
                  <a:pt x="193" y="256"/>
                </a:lnTo>
                <a:lnTo>
                  <a:pt x="193" y="265"/>
                </a:lnTo>
                <a:lnTo>
                  <a:pt x="192" y="270"/>
                </a:lnTo>
                <a:lnTo>
                  <a:pt x="189" y="274"/>
                </a:lnTo>
                <a:lnTo>
                  <a:pt x="185" y="276"/>
                </a:lnTo>
                <a:lnTo>
                  <a:pt x="181" y="276"/>
                </a:lnTo>
                <a:lnTo>
                  <a:pt x="22" y="276"/>
                </a:lnTo>
                <a:lnTo>
                  <a:pt x="18" y="276"/>
                </a:lnTo>
                <a:lnTo>
                  <a:pt x="14" y="274"/>
                </a:lnTo>
                <a:lnTo>
                  <a:pt x="12" y="270"/>
                </a:lnTo>
                <a:lnTo>
                  <a:pt x="10" y="265"/>
                </a:lnTo>
                <a:lnTo>
                  <a:pt x="10" y="256"/>
                </a:lnTo>
                <a:lnTo>
                  <a:pt x="12" y="251"/>
                </a:lnTo>
                <a:lnTo>
                  <a:pt x="14" y="247"/>
                </a:lnTo>
                <a:lnTo>
                  <a:pt x="18" y="244"/>
                </a:lnTo>
                <a:lnTo>
                  <a:pt x="22" y="244"/>
                </a:lnTo>
                <a:lnTo>
                  <a:pt x="24" y="244"/>
                </a:lnTo>
                <a:lnTo>
                  <a:pt x="27" y="243"/>
                </a:lnTo>
                <a:lnTo>
                  <a:pt x="29" y="241"/>
                </a:lnTo>
                <a:lnTo>
                  <a:pt x="29" y="238"/>
                </a:lnTo>
                <a:lnTo>
                  <a:pt x="28" y="235"/>
                </a:lnTo>
                <a:lnTo>
                  <a:pt x="17" y="210"/>
                </a:lnTo>
                <a:lnTo>
                  <a:pt x="10" y="183"/>
                </a:lnTo>
                <a:lnTo>
                  <a:pt x="9" y="179"/>
                </a:lnTo>
                <a:lnTo>
                  <a:pt x="8" y="177"/>
                </a:lnTo>
                <a:lnTo>
                  <a:pt x="4" y="170"/>
                </a:lnTo>
                <a:lnTo>
                  <a:pt x="0" y="164"/>
                </a:lnTo>
                <a:lnTo>
                  <a:pt x="0" y="157"/>
                </a:lnTo>
                <a:lnTo>
                  <a:pt x="3" y="143"/>
                </a:lnTo>
                <a:lnTo>
                  <a:pt x="13" y="133"/>
                </a:lnTo>
                <a:lnTo>
                  <a:pt x="15" y="131"/>
                </a:lnTo>
                <a:lnTo>
                  <a:pt x="17" y="128"/>
                </a:lnTo>
                <a:lnTo>
                  <a:pt x="27" y="109"/>
                </a:lnTo>
                <a:lnTo>
                  <a:pt x="38" y="91"/>
                </a:lnTo>
                <a:lnTo>
                  <a:pt x="54" y="76"/>
                </a:lnTo>
                <a:lnTo>
                  <a:pt x="73" y="63"/>
                </a:lnTo>
                <a:lnTo>
                  <a:pt x="75" y="62"/>
                </a:lnTo>
                <a:lnTo>
                  <a:pt x="75" y="59"/>
                </a:lnTo>
                <a:lnTo>
                  <a:pt x="75" y="57"/>
                </a:lnTo>
                <a:lnTo>
                  <a:pt x="65" y="31"/>
                </a:lnTo>
                <a:lnTo>
                  <a:pt x="65" y="30"/>
                </a:lnTo>
                <a:lnTo>
                  <a:pt x="64" y="30"/>
                </a:lnTo>
                <a:lnTo>
                  <a:pt x="61" y="30"/>
                </a:lnTo>
                <a:lnTo>
                  <a:pt x="59" y="31"/>
                </a:lnTo>
                <a:lnTo>
                  <a:pt x="58" y="31"/>
                </a:lnTo>
                <a:lnTo>
                  <a:pt x="56" y="31"/>
                </a:lnTo>
                <a:lnTo>
                  <a:pt x="55" y="30"/>
                </a:lnTo>
                <a:lnTo>
                  <a:pt x="52" y="22"/>
                </a:lnTo>
                <a:lnTo>
                  <a:pt x="52" y="20"/>
                </a:lnTo>
                <a:lnTo>
                  <a:pt x="52" y="18"/>
                </a:lnTo>
                <a:lnTo>
                  <a:pt x="54" y="18"/>
                </a:lnTo>
                <a:lnTo>
                  <a:pt x="59" y="16"/>
                </a:lnTo>
                <a:lnTo>
                  <a:pt x="93" y="2"/>
                </a:lnTo>
                <a:lnTo>
                  <a:pt x="98" y="0"/>
                </a:lnTo>
                <a:lnTo>
                  <a:pt x="101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Freeform 387"/>
          <p:cNvSpPr>
            <a:spLocks noEditPoints="1"/>
          </p:cNvSpPr>
          <p:nvPr userDrawn="1"/>
        </p:nvSpPr>
        <p:spPr bwMode="auto">
          <a:xfrm rot="1888595">
            <a:off x="2182514" y="446521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78555" y="419543"/>
            <a:ext cx="7763933" cy="696031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 smtClean="0"/>
              <a:t>单击此处编辑母版标题样式</a:t>
            </a: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578555" y="1667318"/>
            <a:ext cx="9028113" cy="4348163"/>
          </a:xfrm>
          <a:prstGeom prst="rect">
            <a:avLst/>
          </a:prstGeom>
        </p:spPr>
        <p:txBody>
          <a:bodyPr/>
          <a:lstStyle>
            <a:lvl1pPr>
              <a:defRPr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defRPr>
            </a:lvl1pPr>
          </a:lstStyle>
          <a:p>
            <a:pPr lvl="0"/>
            <a:r>
              <a:rPr kumimoji="1" lang="zh-CN" altLang="en-US" dirty="0" smtClean="0"/>
              <a:t>单击此处编辑母版文本样式</a:t>
            </a:r>
            <a:endParaRPr kumimoji="1" lang="en-US" altLang="zh-CN" dirty="0" smtClean="0"/>
          </a:p>
          <a:p>
            <a:pPr lvl="0"/>
            <a:r>
              <a:rPr kumimoji="1" lang="en-US" altLang="zh-CN" dirty="0" smtClean="0"/>
              <a:t>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7"/>
          <p:cNvSpPr>
            <a:spLocks noEditPoints="1"/>
          </p:cNvSpPr>
          <p:nvPr userDrawn="1"/>
        </p:nvSpPr>
        <p:spPr bwMode="auto">
          <a:xfrm rot="20644514">
            <a:off x="1047441" y="681857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Freeform 363"/>
          <p:cNvSpPr>
            <a:spLocks noEditPoints="1"/>
          </p:cNvSpPr>
          <p:nvPr userDrawn="1"/>
        </p:nvSpPr>
        <p:spPr bwMode="auto">
          <a:xfrm rot="1658487">
            <a:off x="6583748" y="312642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Freeform 463"/>
          <p:cNvSpPr>
            <a:spLocks noEditPoints="1"/>
          </p:cNvSpPr>
          <p:nvPr userDrawn="1"/>
        </p:nvSpPr>
        <p:spPr bwMode="auto">
          <a:xfrm rot="19468345">
            <a:off x="4877976" y="513678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Freeform 345"/>
          <p:cNvSpPr>
            <a:spLocks noEditPoints="1"/>
          </p:cNvSpPr>
          <p:nvPr userDrawn="1"/>
        </p:nvSpPr>
        <p:spPr bwMode="auto">
          <a:xfrm rot="19951744">
            <a:off x="485337" y="1535222"/>
            <a:ext cx="2166226" cy="3066048"/>
          </a:xfrm>
          <a:custGeom>
            <a:avLst/>
            <a:gdLst>
              <a:gd name="T0" fmla="*/ 190 w 195"/>
              <a:gd name="T1" fmla="*/ 163 h 276"/>
              <a:gd name="T2" fmla="*/ 195 w 195"/>
              <a:gd name="T3" fmla="*/ 174 h 276"/>
              <a:gd name="T4" fmla="*/ 192 w 195"/>
              <a:gd name="T5" fmla="*/ 180 h 276"/>
              <a:gd name="T6" fmla="*/ 105 w 195"/>
              <a:gd name="T7" fmla="*/ 212 h 276"/>
              <a:gd name="T8" fmla="*/ 98 w 195"/>
              <a:gd name="T9" fmla="*/ 202 h 276"/>
              <a:gd name="T10" fmla="*/ 101 w 195"/>
              <a:gd name="T11" fmla="*/ 195 h 276"/>
              <a:gd name="T12" fmla="*/ 187 w 195"/>
              <a:gd name="T13" fmla="*/ 160 h 276"/>
              <a:gd name="T14" fmla="*/ 20 w 195"/>
              <a:gd name="T15" fmla="*/ 147 h 276"/>
              <a:gd name="T16" fmla="*/ 15 w 195"/>
              <a:gd name="T17" fmla="*/ 157 h 276"/>
              <a:gd name="T18" fmla="*/ 20 w 195"/>
              <a:gd name="T19" fmla="*/ 168 h 276"/>
              <a:gd name="T20" fmla="*/ 32 w 195"/>
              <a:gd name="T21" fmla="*/ 169 h 276"/>
              <a:gd name="T22" fmla="*/ 40 w 195"/>
              <a:gd name="T23" fmla="*/ 161 h 276"/>
              <a:gd name="T24" fmla="*/ 37 w 195"/>
              <a:gd name="T25" fmla="*/ 150 h 276"/>
              <a:gd name="T26" fmla="*/ 27 w 195"/>
              <a:gd name="T27" fmla="*/ 145 h 276"/>
              <a:gd name="T28" fmla="*/ 102 w 195"/>
              <a:gd name="T29" fmla="*/ 2 h 276"/>
              <a:gd name="T30" fmla="*/ 105 w 195"/>
              <a:gd name="T31" fmla="*/ 12 h 276"/>
              <a:gd name="T32" fmla="*/ 100 w 195"/>
              <a:gd name="T33" fmla="*/ 14 h 276"/>
              <a:gd name="T34" fmla="*/ 151 w 195"/>
              <a:gd name="T35" fmla="*/ 146 h 276"/>
              <a:gd name="T36" fmla="*/ 148 w 195"/>
              <a:gd name="T37" fmla="*/ 149 h 276"/>
              <a:gd name="T38" fmla="*/ 147 w 195"/>
              <a:gd name="T39" fmla="*/ 151 h 276"/>
              <a:gd name="T40" fmla="*/ 148 w 195"/>
              <a:gd name="T41" fmla="*/ 160 h 276"/>
              <a:gd name="T42" fmla="*/ 144 w 195"/>
              <a:gd name="T43" fmla="*/ 166 h 276"/>
              <a:gd name="T44" fmla="*/ 129 w 195"/>
              <a:gd name="T45" fmla="*/ 169 h 276"/>
              <a:gd name="T46" fmla="*/ 124 w 195"/>
              <a:gd name="T47" fmla="*/ 161 h 276"/>
              <a:gd name="T48" fmla="*/ 120 w 195"/>
              <a:gd name="T49" fmla="*/ 160 h 276"/>
              <a:gd name="T50" fmla="*/ 118 w 195"/>
              <a:gd name="T51" fmla="*/ 160 h 276"/>
              <a:gd name="T52" fmla="*/ 91 w 195"/>
              <a:gd name="T53" fmla="*/ 97 h 276"/>
              <a:gd name="T54" fmla="*/ 84 w 195"/>
              <a:gd name="T55" fmla="*/ 97 h 276"/>
              <a:gd name="T56" fmla="*/ 52 w 195"/>
              <a:gd name="T57" fmla="*/ 136 h 276"/>
              <a:gd name="T58" fmla="*/ 55 w 195"/>
              <a:gd name="T59" fmla="*/ 151 h 276"/>
              <a:gd name="T60" fmla="*/ 52 w 195"/>
              <a:gd name="T61" fmla="*/ 170 h 276"/>
              <a:gd name="T62" fmla="*/ 46 w 195"/>
              <a:gd name="T63" fmla="*/ 180 h 276"/>
              <a:gd name="T64" fmla="*/ 59 w 195"/>
              <a:gd name="T65" fmla="*/ 216 h 276"/>
              <a:gd name="T66" fmla="*/ 87 w 195"/>
              <a:gd name="T67" fmla="*/ 243 h 276"/>
              <a:gd name="T68" fmla="*/ 185 w 195"/>
              <a:gd name="T69" fmla="*/ 244 h 276"/>
              <a:gd name="T70" fmla="*/ 193 w 195"/>
              <a:gd name="T71" fmla="*/ 256 h 276"/>
              <a:gd name="T72" fmla="*/ 189 w 195"/>
              <a:gd name="T73" fmla="*/ 274 h 276"/>
              <a:gd name="T74" fmla="*/ 22 w 195"/>
              <a:gd name="T75" fmla="*/ 276 h 276"/>
              <a:gd name="T76" fmla="*/ 12 w 195"/>
              <a:gd name="T77" fmla="*/ 270 h 276"/>
              <a:gd name="T78" fmla="*/ 12 w 195"/>
              <a:gd name="T79" fmla="*/ 251 h 276"/>
              <a:gd name="T80" fmla="*/ 22 w 195"/>
              <a:gd name="T81" fmla="*/ 244 h 276"/>
              <a:gd name="T82" fmla="*/ 29 w 195"/>
              <a:gd name="T83" fmla="*/ 241 h 276"/>
              <a:gd name="T84" fmla="*/ 17 w 195"/>
              <a:gd name="T85" fmla="*/ 210 h 276"/>
              <a:gd name="T86" fmla="*/ 8 w 195"/>
              <a:gd name="T87" fmla="*/ 177 h 276"/>
              <a:gd name="T88" fmla="*/ 0 w 195"/>
              <a:gd name="T89" fmla="*/ 157 h 276"/>
              <a:gd name="T90" fmla="*/ 15 w 195"/>
              <a:gd name="T91" fmla="*/ 131 h 276"/>
              <a:gd name="T92" fmla="*/ 38 w 195"/>
              <a:gd name="T93" fmla="*/ 91 h 276"/>
              <a:gd name="T94" fmla="*/ 75 w 195"/>
              <a:gd name="T95" fmla="*/ 62 h 276"/>
              <a:gd name="T96" fmla="*/ 65 w 195"/>
              <a:gd name="T97" fmla="*/ 31 h 276"/>
              <a:gd name="T98" fmla="*/ 61 w 195"/>
              <a:gd name="T99" fmla="*/ 30 h 276"/>
              <a:gd name="T100" fmla="*/ 56 w 195"/>
              <a:gd name="T101" fmla="*/ 31 h 276"/>
              <a:gd name="T102" fmla="*/ 52 w 195"/>
              <a:gd name="T103" fmla="*/ 20 h 276"/>
              <a:gd name="T104" fmla="*/ 59 w 195"/>
              <a:gd name="T105" fmla="*/ 16 h 276"/>
              <a:gd name="T106" fmla="*/ 101 w 195"/>
              <a:gd name="T107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5" h="276">
                <a:moveTo>
                  <a:pt x="187" y="160"/>
                </a:moveTo>
                <a:lnTo>
                  <a:pt x="189" y="161"/>
                </a:lnTo>
                <a:lnTo>
                  <a:pt x="190" y="163"/>
                </a:lnTo>
                <a:lnTo>
                  <a:pt x="193" y="165"/>
                </a:lnTo>
                <a:lnTo>
                  <a:pt x="195" y="172"/>
                </a:lnTo>
                <a:lnTo>
                  <a:pt x="195" y="174"/>
                </a:lnTo>
                <a:lnTo>
                  <a:pt x="195" y="177"/>
                </a:lnTo>
                <a:lnTo>
                  <a:pt x="193" y="178"/>
                </a:lnTo>
                <a:lnTo>
                  <a:pt x="192" y="180"/>
                </a:lnTo>
                <a:lnTo>
                  <a:pt x="110" y="212"/>
                </a:lnTo>
                <a:lnTo>
                  <a:pt x="107" y="212"/>
                </a:lnTo>
                <a:lnTo>
                  <a:pt x="105" y="212"/>
                </a:lnTo>
                <a:lnTo>
                  <a:pt x="103" y="211"/>
                </a:lnTo>
                <a:lnTo>
                  <a:pt x="101" y="209"/>
                </a:lnTo>
                <a:lnTo>
                  <a:pt x="98" y="202"/>
                </a:lnTo>
                <a:lnTo>
                  <a:pt x="98" y="200"/>
                </a:lnTo>
                <a:lnTo>
                  <a:pt x="98" y="197"/>
                </a:lnTo>
                <a:lnTo>
                  <a:pt x="101" y="195"/>
                </a:lnTo>
                <a:lnTo>
                  <a:pt x="102" y="193"/>
                </a:lnTo>
                <a:lnTo>
                  <a:pt x="184" y="161"/>
                </a:lnTo>
                <a:lnTo>
                  <a:pt x="187" y="160"/>
                </a:lnTo>
                <a:close/>
                <a:moveTo>
                  <a:pt x="27" y="145"/>
                </a:moveTo>
                <a:lnTo>
                  <a:pt x="23" y="145"/>
                </a:lnTo>
                <a:lnTo>
                  <a:pt x="20" y="147"/>
                </a:lnTo>
                <a:lnTo>
                  <a:pt x="17" y="150"/>
                </a:lnTo>
                <a:lnTo>
                  <a:pt x="15" y="154"/>
                </a:lnTo>
                <a:lnTo>
                  <a:pt x="15" y="157"/>
                </a:lnTo>
                <a:lnTo>
                  <a:pt x="15" y="161"/>
                </a:lnTo>
                <a:lnTo>
                  <a:pt x="17" y="165"/>
                </a:lnTo>
                <a:lnTo>
                  <a:pt x="20" y="168"/>
                </a:lnTo>
                <a:lnTo>
                  <a:pt x="23" y="169"/>
                </a:lnTo>
                <a:lnTo>
                  <a:pt x="27" y="170"/>
                </a:lnTo>
                <a:lnTo>
                  <a:pt x="32" y="169"/>
                </a:lnTo>
                <a:lnTo>
                  <a:pt x="35" y="168"/>
                </a:lnTo>
                <a:lnTo>
                  <a:pt x="37" y="165"/>
                </a:lnTo>
                <a:lnTo>
                  <a:pt x="40" y="161"/>
                </a:lnTo>
                <a:lnTo>
                  <a:pt x="40" y="157"/>
                </a:lnTo>
                <a:lnTo>
                  <a:pt x="40" y="154"/>
                </a:lnTo>
                <a:lnTo>
                  <a:pt x="37" y="150"/>
                </a:lnTo>
                <a:lnTo>
                  <a:pt x="35" y="147"/>
                </a:lnTo>
                <a:lnTo>
                  <a:pt x="32" y="145"/>
                </a:lnTo>
                <a:lnTo>
                  <a:pt x="27" y="145"/>
                </a:lnTo>
                <a:close/>
                <a:moveTo>
                  <a:pt x="101" y="0"/>
                </a:moveTo>
                <a:lnTo>
                  <a:pt x="102" y="0"/>
                </a:lnTo>
                <a:lnTo>
                  <a:pt x="102" y="2"/>
                </a:lnTo>
                <a:lnTo>
                  <a:pt x="106" y="9"/>
                </a:lnTo>
                <a:lnTo>
                  <a:pt x="106" y="11"/>
                </a:lnTo>
                <a:lnTo>
                  <a:pt x="105" y="12"/>
                </a:lnTo>
                <a:lnTo>
                  <a:pt x="103" y="13"/>
                </a:lnTo>
                <a:lnTo>
                  <a:pt x="101" y="14"/>
                </a:lnTo>
                <a:lnTo>
                  <a:pt x="100" y="14"/>
                </a:lnTo>
                <a:lnTo>
                  <a:pt x="100" y="16"/>
                </a:lnTo>
                <a:lnTo>
                  <a:pt x="100" y="18"/>
                </a:lnTo>
                <a:lnTo>
                  <a:pt x="151" y="146"/>
                </a:lnTo>
                <a:lnTo>
                  <a:pt x="151" y="147"/>
                </a:lnTo>
                <a:lnTo>
                  <a:pt x="149" y="149"/>
                </a:lnTo>
                <a:lnTo>
                  <a:pt x="148" y="149"/>
                </a:lnTo>
                <a:lnTo>
                  <a:pt x="148" y="150"/>
                </a:lnTo>
                <a:lnTo>
                  <a:pt x="147" y="150"/>
                </a:lnTo>
                <a:lnTo>
                  <a:pt x="147" y="151"/>
                </a:lnTo>
                <a:lnTo>
                  <a:pt x="147" y="152"/>
                </a:lnTo>
                <a:lnTo>
                  <a:pt x="148" y="157"/>
                </a:lnTo>
                <a:lnTo>
                  <a:pt x="148" y="160"/>
                </a:lnTo>
                <a:lnTo>
                  <a:pt x="148" y="163"/>
                </a:lnTo>
                <a:lnTo>
                  <a:pt x="147" y="164"/>
                </a:lnTo>
                <a:lnTo>
                  <a:pt x="144" y="166"/>
                </a:lnTo>
                <a:lnTo>
                  <a:pt x="134" y="169"/>
                </a:lnTo>
                <a:lnTo>
                  <a:pt x="132" y="170"/>
                </a:lnTo>
                <a:lnTo>
                  <a:pt x="129" y="169"/>
                </a:lnTo>
                <a:lnTo>
                  <a:pt x="128" y="168"/>
                </a:lnTo>
                <a:lnTo>
                  <a:pt x="125" y="165"/>
                </a:lnTo>
                <a:lnTo>
                  <a:pt x="124" y="161"/>
                </a:lnTo>
                <a:lnTo>
                  <a:pt x="124" y="161"/>
                </a:lnTo>
                <a:lnTo>
                  <a:pt x="123" y="160"/>
                </a:lnTo>
                <a:lnTo>
                  <a:pt x="120" y="160"/>
                </a:lnTo>
                <a:lnTo>
                  <a:pt x="120" y="160"/>
                </a:lnTo>
                <a:lnTo>
                  <a:pt x="119" y="161"/>
                </a:lnTo>
                <a:lnTo>
                  <a:pt x="118" y="160"/>
                </a:lnTo>
                <a:lnTo>
                  <a:pt x="116" y="159"/>
                </a:lnTo>
                <a:lnTo>
                  <a:pt x="93" y="100"/>
                </a:lnTo>
                <a:lnTo>
                  <a:pt x="91" y="97"/>
                </a:lnTo>
                <a:lnTo>
                  <a:pt x="89" y="96"/>
                </a:lnTo>
                <a:lnTo>
                  <a:pt x="87" y="96"/>
                </a:lnTo>
                <a:lnTo>
                  <a:pt x="84" y="97"/>
                </a:lnTo>
                <a:lnTo>
                  <a:pt x="70" y="108"/>
                </a:lnTo>
                <a:lnTo>
                  <a:pt x="60" y="120"/>
                </a:lnTo>
                <a:lnTo>
                  <a:pt x="52" y="136"/>
                </a:lnTo>
                <a:lnTo>
                  <a:pt x="51" y="140"/>
                </a:lnTo>
                <a:lnTo>
                  <a:pt x="52" y="145"/>
                </a:lnTo>
                <a:lnTo>
                  <a:pt x="55" y="151"/>
                </a:lnTo>
                <a:lnTo>
                  <a:pt x="55" y="157"/>
                </a:lnTo>
                <a:lnTo>
                  <a:pt x="55" y="164"/>
                </a:lnTo>
                <a:lnTo>
                  <a:pt x="52" y="170"/>
                </a:lnTo>
                <a:lnTo>
                  <a:pt x="49" y="175"/>
                </a:lnTo>
                <a:lnTo>
                  <a:pt x="47" y="178"/>
                </a:lnTo>
                <a:lnTo>
                  <a:pt x="46" y="180"/>
                </a:lnTo>
                <a:lnTo>
                  <a:pt x="46" y="184"/>
                </a:lnTo>
                <a:lnTo>
                  <a:pt x="51" y="201"/>
                </a:lnTo>
                <a:lnTo>
                  <a:pt x="59" y="216"/>
                </a:lnTo>
                <a:lnTo>
                  <a:pt x="69" y="230"/>
                </a:lnTo>
                <a:lnTo>
                  <a:pt x="83" y="242"/>
                </a:lnTo>
                <a:lnTo>
                  <a:pt x="87" y="243"/>
                </a:lnTo>
                <a:lnTo>
                  <a:pt x="89" y="244"/>
                </a:lnTo>
                <a:lnTo>
                  <a:pt x="181" y="244"/>
                </a:lnTo>
                <a:lnTo>
                  <a:pt x="185" y="244"/>
                </a:lnTo>
                <a:lnTo>
                  <a:pt x="189" y="247"/>
                </a:lnTo>
                <a:lnTo>
                  <a:pt x="192" y="251"/>
                </a:lnTo>
                <a:lnTo>
                  <a:pt x="193" y="256"/>
                </a:lnTo>
                <a:lnTo>
                  <a:pt x="193" y="265"/>
                </a:lnTo>
                <a:lnTo>
                  <a:pt x="192" y="270"/>
                </a:lnTo>
                <a:lnTo>
                  <a:pt x="189" y="274"/>
                </a:lnTo>
                <a:lnTo>
                  <a:pt x="185" y="276"/>
                </a:lnTo>
                <a:lnTo>
                  <a:pt x="181" y="276"/>
                </a:lnTo>
                <a:lnTo>
                  <a:pt x="22" y="276"/>
                </a:lnTo>
                <a:lnTo>
                  <a:pt x="18" y="276"/>
                </a:lnTo>
                <a:lnTo>
                  <a:pt x="14" y="274"/>
                </a:lnTo>
                <a:lnTo>
                  <a:pt x="12" y="270"/>
                </a:lnTo>
                <a:lnTo>
                  <a:pt x="10" y="265"/>
                </a:lnTo>
                <a:lnTo>
                  <a:pt x="10" y="256"/>
                </a:lnTo>
                <a:lnTo>
                  <a:pt x="12" y="251"/>
                </a:lnTo>
                <a:lnTo>
                  <a:pt x="14" y="247"/>
                </a:lnTo>
                <a:lnTo>
                  <a:pt x="18" y="244"/>
                </a:lnTo>
                <a:lnTo>
                  <a:pt x="22" y="244"/>
                </a:lnTo>
                <a:lnTo>
                  <a:pt x="24" y="244"/>
                </a:lnTo>
                <a:lnTo>
                  <a:pt x="27" y="243"/>
                </a:lnTo>
                <a:lnTo>
                  <a:pt x="29" y="241"/>
                </a:lnTo>
                <a:lnTo>
                  <a:pt x="29" y="238"/>
                </a:lnTo>
                <a:lnTo>
                  <a:pt x="28" y="235"/>
                </a:lnTo>
                <a:lnTo>
                  <a:pt x="17" y="210"/>
                </a:lnTo>
                <a:lnTo>
                  <a:pt x="10" y="183"/>
                </a:lnTo>
                <a:lnTo>
                  <a:pt x="9" y="179"/>
                </a:lnTo>
                <a:lnTo>
                  <a:pt x="8" y="177"/>
                </a:lnTo>
                <a:lnTo>
                  <a:pt x="4" y="170"/>
                </a:lnTo>
                <a:lnTo>
                  <a:pt x="0" y="164"/>
                </a:lnTo>
                <a:lnTo>
                  <a:pt x="0" y="157"/>
                </a:lnTo>
                <a:lnTo>
                  <a:pt x="3" y="143"/>
                </a:lnTo>
                <a:lnTo>
                  <a:pt x="13" y="133"/>
                </a:lnTo>
                <a:lnTo>
                  <a:pt x="15" y="131"/>
                </a:lnTo>
                <a:lnTo>
                  <a:pt x="17" y="128"/>
                </a:lnTo>
                <a:lnTo>
                  <a:pt x="27" y="109"/>
                </a:lnTo>
                <a:lnTo>
                  <a:pt x="38" y="91"/>
                </a:lnTo>
                <a:lnTo>
                  <a:pt x="54" y="76"/>
                </a:lnTo>
                <a:lnTo>
                  <a:pt x="73" y="63"/>
                </a:lnTo>
                <a:lnTo>
                  <a:pt x="75" y="62"/>
                </a:lnTo>
                <a:lnTo>
                  <a:pt x="75" y="59"/>
                </a:lnTo>
                <a:lnTo>
                  <a:pt x="75" y="57"/>
                </a:lnTo>
                <a:lnTo>
                  <a:pt x="65" y="31"/>
                </a:lnTo>
                <a:lnTo>
                  <a:pt x="65" y="30"/>
                </a:lnTo>
                <a:lnTo>
                  <a:pt x="64" y="30"/>
                </a:lnTo>
                <a:lnTo>
                  <a:pt x="61" y="30"/>
                </a:lnTo>
                <a:lnTo>
                  <a:pt x="59" y="31"/>
                </a:lnTo>
                <a:lnTo>
                  <a:pt x="58" y="31"/>
                </a:lnTo>
                <a:lnTo>
                  <a:pt x="56" y="31"/>
                </a:lnTo>
                <a:lnTo>
                  <a:pt x="55" y="30"/>
                </a:lnTo>
                <a:lnTo>
                  <a:pt x="52" y="22"/>
                </a:lnTo>
                <a:lnTo>
                  <a:pt x="52" y="20"/>
                </a:lnTo>
                <a:lnTo>
                  <a:pt x="52" y="18"/>
                </a:lnTo>
                <a:lnTo>
                  <a:pt x="54" y="18"/>
                </a:lnTo>
                <a:lnTo>
                  <a:pt x="59" y="16"/>
                </a:lnTo>
                <a:lnTo>
                  <a:pt x="93" y="2"/>
                </a:lnTo>
                <a:lnTo>
                  <a:pt x="98" y="0"/>
                </a:lnTo>
                <a:lnTo>
                  <a:pt x="101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Freeform 387"/>
          <p:cNvSpPr>
            <a:spLocks noEditPoints="1"/>
          </p:cNvSpPr>
          <p:nvPr userDrawn="1"/>
        </p:nvSpPr>
        <p:spPr bwMode="auto">
          <a:xfrm rot="1888595">
            <a:off x="2442159" y="392103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  <p:sp>
        <p:nvSpPr>
          <p:cNvPr id="8" name="Freeform 77"/>
          <p:cNvSpPr>
            <a:spLocks noEditPoints="1"/>
          </p:cNvSpPr>
          <p:nvPr userDrawn="1"/>
        </p:nvSpPr>
        <p:spPr bwMode="auto">
          <a:xfrm rot="20644514">
            <a:off x="787796" y="736275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Freeform 363"/>
          <p:cNvSpPr>
            <a:spLocks noEditPoints="1"/>
          </p:cNvSpPr>
          <p:nvPr userDrawn="1"/>
        </p:nvSpPr>
        <p:spPr bwMode="auto">
          <a:xfrm rot="1658487">
            <a:off x="6324103" y="367060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Freeform 463"/>
          <p:cNvSpPr>
            <a:spLocks noEditPoints="1"/>
          </p:cNvSpPr>
          <p:nvPr userDrawn="1"/>
        </p:nvSpPr>
        <p:spPr bwMode="auto">
          <a:xfrm rot="19468345">
            <a:off x="4618331" y="568096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Freeform 387"/>
          <p:cNvSpPr>
            <a:spLocks noEditPoints="1"/>
          </p:cNvSpPr>
          <p:nvPr userDrawn="1"/>
        </p:nvSpPr>
        <p:spPr bwMode="auto">
          <a:xfrm rot="1888595">
            <a:off x="2182514" y="446521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标题 4"/>
          <p:cNvSpPr>
            <a:spLocks noGrp="1"/>
          </p:cNvSpPr>
          <p:nvPr>
            <p:ph type="title"/>
          </p:nvPr>
        </p:nvSpPr>
        <p:spPr>
          <a:xfrm>
            <a:off x="578555" y="419543"/>
            <a:ext cx="7763933" cy="696031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 smtClean="0"/>
              <a:t>单击此处编辑母版标题样式</a:t>
            </a:r>
            <a:endParaRPr kumimoji="1" lang="zh-CN" altLang="en-US" dirty="0"/>
          </a:p>
        </p:txBody>
      </p:sp>
      <p:sp>
        <p:nvSpPr>
          <p:cNvPr id="1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578555" y="1667318"/>
            <a:ext cx="9028113" cy="4348163"/>
          </a:xfrm>
          <a:prstGeom prst="rect">
            <a:avLst/>
          </a:prstGeom>
        </p:spPr>
        <p:txBody>
          <a:bodyPr/>
          <a:lstStyle>
            <a:lvl1pPr>
              <a:defRPr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defRPr>
            </a:lvl1pPr>
          </a:lstStyle>
          <a:p>
            <a:pPr lvl="0"/>
            <a:r>
              <a:rPr kumimoji="1" lang="zh-CN" altLang="en-US" dirty="0" smtClean="0"/>
              <a:t>单击此处编辑母版文本样式</a:t>
            </a:r>
            <a:endParaRPr kumimoji="1" lang="en-US" altLang="zh-CN" dirty="0" smtClean="0"/>
          </a:p>
          <a:p>
            <a:pPr lvl="0"/>
            <a:r>
              <a:rPr kumimoji="1" lang="en-US" altLang="zh-CN" dirty="0" smtClean="0"/>
              <a:t>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7"/>
          <p:cNvSpPr>
            <a:spLocks noEditPoints="1"/>
          </p:cNvSpPr>
          <p:nvPr userDrawn="1"/>
        </p:nvSpPr>
        <p:spPr bwMode="auto">
          <a:xfrm rot="20644514">
            <a:off x="1047441" y="681857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Freeform 363"/>
          <p:cNvSpPr>
            <a:spLocks noEditPoints="1"/>
          </p:cNvSpPr>
          <p:nvPr userDrawn="1"/>
        </p:nvSpPr>
        <p:spPr bwMode="auto">
          <a:xfrm rot="1658487">
            <a:off x="6583748" y="312642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Freeform 463"/>
          <p:cNvSpPr>
            <a:spLocks noEditPoints="1"/>
          </p:cNvSpPr>
          <p:nvPr userDrawn="1"/>
        </p:nvSpPr>
        <p:spPr bwMode="auto">
          <a:xfrm rot="19468345">
            <a:off x="4877976" y="513678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Freeform 345"/>
          <p:cNvSpPr>
            <a:spLocks noEditPoints="1"/>
          </p:cNvSpPr>
          <p:nvPr userDrawn="1"/>
        </p:nvSpPr>
        <p:spPr bwMode="auto">
          <a:xfrm rot="19951744">
            <a:off x="485337" y="1535222"/>
            <a:ext cx="2166226" cy="3066048"/>
          </a:xfrm>
          <a:custGeom>
            <a:avLst/>
            <a:gdLst>
              <a:gd name="T0" fmla="*/ 190 w 195"/>
              <a:gd name="T1" fmla="*/ 163 h 276"/>
              <a:gd name="T2" fmla="*/ 195 w 195"/>
              <a:gd name="T3" fmla="*/ 174 h 276"/>
              <a:gd name="T4" fmla="*/ 192 w 195"/>
              <a:gd name="T5" fmla="*/ 180 h 276"/>
              <a:gd name="T6" fmla="*/ 105 w 195"/>
              <a:gd name="T7" fmla="*/ 212 h 276"/>
              <a:gd name="T8" fmla="*/ 98 w 195"/>
              <a:gd name="T9" fmla="*/ 202 h 276"/>
              <a:gd name="T10" fmla="*/ 101 w 195"/>
              <a:gd name="T11" fmla="*/ 195 h 276"/>
              <a:gd name="T12" fmla="*/ 187 w 195"/>
              <a:gd name="T13" fmla="*/ 160 h 276"/>
              <a:gd name="T14" fmla="*/ 20 w 195"/>
              <a:gd name="T15" fmla="*/ 147 h 276"/>
              <a:gd name="T16" fmla="*/ 15 w 195"/>
              <a:gd name="T17" fmla="*/ 157 h 276"/>
              <a:gd name="T18" fmla="*/ 20 w 195"/>
              <a:gd name="T19" fmla="*/ 168 h 276"/>
              <a:gd name="T20" fmla="*/ 32 w 195"/>
              <a:gd name="T21" fmla="*/ 169 h 276"/>
              <a:gd name="T22" fmla="*/ 40 w 195"/>
              <a:gd name="T23" fmla="*/ 161 h 276"/>
              <a:gd name="T24" fmla="*/ 37 w 195"/>
              <a:gd name="T25" fmla="*/ 150 h 276"/>
              <a:gd name="T26" fmla="*/ 27 w 195"/>
              <a:gd name="T27" fmla="*/ 145 h 276"/>
              <a:gd name="T28" fmla="*/ 102 w 195"/>
              <a:gd name="T29" fmla="*/ 2 h 276"/>
              <a:gd name="T30" fmla="*/ 105 w 195"/>
              <a:gd name="T31" fmla="*/ 12 h 276"/>
              <a:gd name="T32" fmla="*/ 100 w 195"/>
              <a:gd name="T33" fmla="*/ 14 h 276"/>
              <a:gd name="T34" fmla="*/ 151 w 195"/>
              <a:gd name="T35" fmla="*/ 146 h 276"/>
              <a:gd name="T36" fmla="*/ 148 w 195"/>
              <a:gd name="T37" fmla="*/ 149 h 276"/>
              <a:gd name="T38" fmla="*/ 147 w 195"/>
              <a:gd name="T39" fmla="*/ 151 h 276"/>
              <a:gd name="T40" fmla="*/ 148 w 195"/>
              <a:gd name="T41" fmla="*/ 160 h 276"/>
              <a:gd name="T42" fmla="*/ 144 w 195"/>
              <a:gd name="T43" fmla="*/ 166 h 276"/>
              <a:gd name="T44" fmla="*/ 129 w 195"/>
              <a:gd name="T45" fmla="*/ 169 h 276"/>
              <a:gd name="T46" fmla="*/ 124 w 195"/>
              <a:gd name="T47" fmla="*/ 161 h 276"/>
              <a:gd name="T48" fmla="*/ 120 w 195"/>
              <a:gd name="T49" fmla="*/ 160 h 276"/>
              <a:gd name="T50" fmla="*/ 118 w 195"/>
              <a:gd name="T51" fmla="*/ 160 h 276"/>
              <a:gd name="T52" fmla="*/ 91 w 195"/>
              <a:gd name="T53" fmla="*/ 97 h 276"/>
              <a:gd name="T54" fmla="*/ 84 w 195"/>
              <a:gd name="T55" fmla="*/ 97 h 276"/>
              <a:gd name="T56" fmla="*/ 52 w 195"/>
              <a:gd name="T57" fmla="*/ 136 h 276"/>
              <a:gd name="T58" fmla="*/ 55 w 195"/>
              <a:gd name="T59" fmla="*/ 151 h 276"/>
              <a:gd name="T60" fmla="*/ 52 w 195"/>
              <a:gd name="T61" fmla="*/ 170 h 276"/>
              <a:gd name="T62" fmla="*/ 46 w 195"/>
              <a:gd name="T63" fmla="*/ 180 h 276"/>
              <a:gd name="T64" fmla="*/ 59 w 195"/>
              <a:gd name="T65" fmla="*/ 216 h 276"/>
              <a:gd name="T66" fmla="*/ 87 w 195"/>
              <a:gd name="T67" fmla="*/ 243 h 276"/>
              <a:gd name="T68" fmla="*/ 185 w 195"/>
              <a:gd name="T69" fmla="*/ 244 h 276"/>
              <a:gd name="T70" fmla="*/ 193 w 195"/>
              <a:gd name="T71" fmla="*/ 256 h 276"/>
              <a:gd name="T72" fmla="*/ 189 w 195"/>
              <a:gd name="T73" fmla="*/ 274 h 276"/>
              <a:gd name="T74" fmla="*/ 22 w 195"/>
              <a:gd name="T75" fmla="*/ 276 h 276"/>
              <a:gd name="T76" fmla="*/ 12 w 195"/>
              <a:gd name="T77" fmla="*/ 270 h 276"/>
              <a:gd name="T78" fmla="*/ 12 w 195"/>
              <a:gd name="T79" fmla="*/ 251 h 276"/>
              <a:gd name="T80" fmla="*/ 22 w 195"/>
              <a:gd name="T81" fmla="*/ 244 h 276"/>
              <a:gd name="T82" fmla="*/ 29 w 195"/>
              <a:gd name="T83" fmla="*/ 241 h 276"/>
              <a:gd name="T84" fmla="*/ 17 w 195"/>
              <a:gd name="T85" fmla="*/ 210 h 276"/>
              <a:gd name="T86" fmla="*/ 8 w 195"/>
              <a:gd name="T87" fmla="*/ 177 h 276"/>
              <a:gd name="T88" fmla="*/ 0 w 195"/>
              <a:gd name="T89" fmla="*/ 157 h 276"/>
              <a:gd name="T90" fmla="*/ 15 w 195"/>
              <a:gd name="T91" fmla="*/ 131 h 276"/>
              <a:gd name="T92" fmla="*/ 38 w 195"/>
              <a:gd name="T93" fmla="*/ 91 h 276"/>
              <a:gd name="T94" fmla="*/ 75 w 195"/>
              <a:gd name="T95" fmla="*/ 62 h 276"/>
              <a:gd name="T96" fmla="*/ 65 w 195"/>
              <a:gd name="T97" fmla="*/ 31 h 276"/>
              <a:gd name="T98" fmla="*/ 61 w 195"/>
              <a:gd name="T99" fmla="*/ 30 h 276"/>
              <a:gd name="T100" fmla="*/ 56 w 195"/>
              <a:gd name="T101" fmla="*/ 31 h 276"/>
              <a:gd name="T102" fmla="*/ 52 w 195"/>
              <a:gd name="T103" fmla="*/ 20 h 276"/>
              <a:gd name="T104" fmla="*/ 59 w 195"/>
              <a:gd name="T105" fmla="*/ 16 h 276"/>
              <a:gd name="T106" fmla="*/ 101 w 195"/>
              <a:gd name="T107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5" h="276">
                <a:moveTo>
                  <a:pt x="187" y="160"/>
                </a:moveTo>
                <a:lnTo>
                  <a:pt x="189" y="161"/>
                </a:lnTo>
                <a:lnTo>
                  <a:pt x="190" y="163"/>
                </a:lnTo>
                <a:lnTo>
                  <a:pt x="193" y="165"/>
                </a:lnTo>
                <a:lnTo>
                  <a:pt x="195" y="172"/>
                </a:lnTo>
                <a:lnTo>
                  <a:pt x="195" y="174"/>
                </a:lnTo>
                <a:lnTo>
                  <a:pt x="195" y="177"/>
                </a:lnTo>
                <a:lnTo>
                  <a:pt x="193" y="178"/>
                </a:lnTo>
                <a:lnTo>
                  <a:pt x="192" y="180"/>
                </a:lnTo>
                <a:lnTo>
                  <a:pt x="110" y="212"/>
                </a:lnTo>
                <a:lnTo>
                  <a:pt x="107" y="212"/>
                </a:lnTo>
                <a:lnTo>
                  <a:pt x="105" y="212"/>
                </a:lnTo>
                <a:lnTo>
                  <a:pt x="103" y="211"/>
                </a:lnTo>
                <a:lnTo>
                  <a:pt x="101" y="209"/>
                </a:lnTo>
                <a:lnTo>
                  <a:pt x="98" y="202"/>
                </a:lnTo>
                <a:lnTo>
                  <a:pt x="98" y="200"/>
                </a:lnTo>
                <a:lnTo>
                  <a:pt x="98" y="197"/>
                </a:lnTo>
                <a:lnTo>
                  <a:pt x="101" y="195"/>
                </a:lnTo>
                <a:lnTo>
                  <a:pt x="102" y="193"/>
                </a:lnTo>
                <a:lnTo>
                  <a:pt x="184" y="161"/>
                </a:lnTo>
                <a:lnTo>
                  <a:pt x="187" y="160"/>
                </a:lnTo>
                <a:close/>
                <a:moveTo>
                  <a:pt x="27" y="145"/>
                </a:moveTo>
                <a:lnTo>
                  <a:pt x="23" y="145"/>
                </a:lnTo>
                <a:lnTo>
                  <a:pt x="20" y="147"/>
                </a:lnTo>
                <a:lnTo>
                  <a:pt x="17" y="150"/>
                </a:lnTo>
                <a:lnTo>
                  <a:pt x="15" y="154"/>
                </a:lnTo>
                <a:lnTo>
                  <a:pt x="15" y="157"/>
                </a:lnTo>
                <a:lnTo>
                  <a:pt x="15" y="161"/>
                </a:lnTo>
                <a:lnTo>
                  <a:pt x="17" y="165"/>
                </a:lnTo>
                <a:lnTo>
                  <a:pt x="20" y="168"/>
                </a:lnTo>
                <a:lnTo>
                  <a:pt x="23" y="169"/>
                </a:lnTo>
                <a:lnTo>
                  <a:pt x="27" y="170"/>
                </a:lnTo>
                <a:lnTo>
                  <a:pt x="32" y="169"/>
                </a:lnTo>
                <a:lnTo>
                  <a:pt x="35" y="168"/>
                </a:lnTo>
                <a:lnTo>
                  <a:pt x="37" y="165"/>
                </a:lnTo>
                <a:lnTo>
                  <a:pt x="40" y="161"/>
                </a:lnTo>
                <a:lnTo>
                  <a:pt x="40" y="157"/>
                </a:lnTo>
                <a:lnTo>
                  <a:pt x="40" y="154"/>
                </a:lnTo>
                <a:lnTo>
                  <a:pt x="37" y="150"/>
                </a:lnTo>
                <a:lnTo>
                  <a:pt x="35" y="147"/>
                </a:lnTo>
                <a:lnTo>
                  <a:pt x="32" y="145"/>
                </a:lnTo>
                <a:lnTo>
                  <a:pt x="27" y="145"/>
                </a:lnTo>
                <a:close/>
                <a:moveTo>
                  <a:pt x="101" y="0"/>
                </a:moveTo>
                <a:lnTo>
                  <a:pt x="102" y="0"/>
                </a:lnTo>
                <a:lnTo>
                  <a:pt x="102" y="2"/>
                </a:lnTo>
                <a:lnTo>
                  <a:pt x="106" y="9"/>
                </a:lnTo>
                <a:lnTo>
                  <a:pt x="106" y="11"/>
                </a:lnTo>
                <a:lnTo>
                  <a:pt x="105" y="12"/>
                </a:lnTo>
                <a:lnTo>
                  <a:pt x="103" y="13"/>
                </a:lnTo>
                <a:lnTo>
                  <a:pt x="101" y="14"/>
                </a:lnTo>
                <a:lnTo>
                  <a:pt x="100" y="14"/>
                </a:lnTo>
                <a:lnTo>
                  <a:pt x="100" y="16"/>
                </a:lnTo>
                <a:lnTo>
                  <a:pt x="100" y="18"/>
                </a:lnTo>
                <a:lnTo>
                  <a:pt x="151" y="146"/>
                </a:lnTo>
                <a:lnTo>
                  <a:pt x="151" y="147"/>
                </a:lnTo>
                <a:lnTo>
                  <a:pt x="149" y="149"/>
                </a:lnTo>
                <a:lnTo>
                  <a:pt x="148" y="149"/>
                </a:lnTo>
                <a:lnTo>
                  <a:pt x="148" y="150"/>
                </a:lnTo>
                <a:lnTo>
                  <a:pt x="147" y="150"/>
                </a:lnTo>
                <a:lnTo>
                  <a:pt x="147" y="151"/>
                </a:lnTo>
                <a:lnTo>
                  <a:pt x="147" y="152"/>
                </a:lnTo>
                <a:lnTo>
                  <a:pt x="148" y="157"/>
                </a:lnTo>
                <a:lnTo>
                  <a:pt x="148" y="160"/>
                </a:lnTo>
                <a:lnTo>
                  <a:pt x="148" y="163"/>
                </a:lnTo>
                <a:lnTo>
                  <a:pt x="147" y="164"/>
                </a:lnTo>
                <a:lnTo>
                  <a:pt x="144" y="166"/>
                </a:lnTo>
                <a:lnTo>
                  <a:pt x="134" y="169"/>
                </a:lnTo>
                <a:lnTo>
                  <a:pt x="132" y="170"/>
                </a:lnTo>
                <a:lnTo>
                  <a:pt x="129" y="169"/>
                </a:lnTo>
                <a:lnTo>
                  <a:pt x="128" y="168"/>
                </a:lnTo>
                <a:lnTo>
                  <a:pt x="125" y="165"/>
                </a:lnTo>
                <a:lnTo>
                  <a:pt x="124" y="161"/>
                </a:lnTo>
                <a:lnTo>
                  <a:pt x="124" y="161"/>
                </a:lnTo>
                <a:lnTo>
                  <a:pt x="123" y="160"/>
                </a:lnTo>
                <a:lnTo>
                  <a:pt x="120" y="160"/>
                </a:lnTo>
                <a:lnTo>
                  <a:pt x="120" y="160"/>
                </a:lnTo>
                <a:lnTo>
                  <a:pt x="119" y="161"/>
                </a:lnTo>
                <a:lnTo>
                  <a:pt x="118" y="160"/>
                </a:lnTo>
                <a:lnTo>
                  <a:pt x="116" y="159"/>
                </a:lnTo>
                <a:lnTo>
                  <a:pt x="93" y="100"/>
                </a:lnTo>
                <a:lnTo>
                  <a:pt x="91" y="97"/>
                </a:lnTo>
                <a:lnTo>
                  <a:pt x="89" y="96"/>
                </a:lnTo>
                <a:lnTo>
                  <a:pt x="87" y="96"/>
                </a:lnTo>
                <a:lnTo>
                  <a:pt x="84" y="97"/>
                </a:lnTo>
                <a:lnTo>
                  <a:pt x="70" y="108"/>
                </a:lnTo>
                <a:lnTo>
                  <a:pt x="60" y="120"/>
                </a:lnTo>
                <a:lnTo>
                  <a:pt x="52" y="136"/>
                </a:lnTo>
                <a:lnTo>
                  <a:pt x="51" y="140"/>
                </a:lnTo>
                <a:lnTo>
                  <a:pt x="52" y="145"/>
                </a:lnTo>
                <a:lnTo>
                  <a:pt x="55" y="151"/>
                </a:lnTo>
                <a:lnTo>
                  <a:pt x="55" y="157"/>
                </a:lnTo>
                <a:lnTo>
                  <a:pt x="55" y="164"/>
                </a:lnTo>
                <a:lnTo>
                  <a:pt x="52" y="170"/>
                </a:lnTo>
                <a:lnTo>
                  <a:pt x="49" y="175"/>
                </a:lnTo>
                <a:lnTo>
                  <a:pt x="47" y="178"/>
                </a:lnTo>
                <a:lnTo>
                  <a:pt x="46" y="180"/>
                </a:lnTo>
                <a:lnTo>
                  <a:pt x="46" y="184"/>
                </a:lnTo>
                <a:lnTo>
                  <a:pt x="51" y="201"/>
                </a:lnTo>
                <a:lnTo>
                  <a:pt x="59" y="216"/>
                </a:lnTo>
                <a:lnTo>
                  <a:pt x="69" y="230"/>
                </a:lnTo>
                <a:lnTo>
                  <a:pt x="83" y="242"/>
                </a:lnTo>
                <a:lnTo>
                  <a:pt x="87" y="243"/>
                </a:lnTo>
                <a:lnTo>
                  <a:pt x="89" y="244"/>
                </a:lnTo>
                <a:lnTo>
                  <a:pt x="181" y="244"/>
                </a:lnTo>
                <a:lnTo>
                  <a:pt x="185" y="244"/>
                </a:lnTo>
                <a:lnTo>
                  <a:pt x="189" y="247"/>
                </a:lnTo>
                <a:lnTo>
                  <a:pt x="192" y="251"/>
                </a:lnTo>
                <a:lnTo>
                  <a:pt x="193" y="256"/>
                </a:lnTo>
                <a:lnTo>
                  <a:pt x="193" y="265"/>
                </a:lnTo>
                <a:lnTo>
                  <a:pt x="192" y="270"/>
                </a:lnTo>
                <a:lnTo>
                  <a:pt x="189" y="274"/>
                </a:lnTo>
                <a:lnTo>
                  <a:pt x="185" y="276"/>
                </a:lnTo>
                <a:lnTo>
                  <a:pt x="181" y="276"/>
                </a:lnTo>
                <a:lnTo>
                  <a:pt x="22" y="276"/>
                </a:lnTo>
                <a:lnTo>
                  <a:pt x="18" y="276"/>
                </a:lnTo>
                <a:lnTo>
                  <a:pt x="14" y="274"/>
                </a:lnTo>
                <a:lnTo>
                  <a:pt x="12" y="270"/>
                </a:lnTo>
                <a:lnTo>
                  <a:pt x="10" y="265"/>
                </a:lnTo>
                <a:lnTo>
                  <a:pt x="10" y="256"/>
                </a:lnTo>
                <a:lnTo>
                  <a:pt x="12" y="251"/>
                </a:lnTo>
                <a:lnTo>
                  <a:pt x="14" y="247"/>
                </a:lnTo>
                <a:lnTo>
                  <a:pt x="18" y="244"/>
                </a:lnTo>
                <a:lnTo>
                  <a:pt x="22" y="244"/>
                </a:lnTo>
                <a:lnTo>
                  <a:pt x="24" y="244"/>
                </a:lnTo>
                <a:lnTo>
                  <a:pt x="27" y="243"/>
                </a:lnTo>
                <a:lnTo>
                  <a:pt x="29" y="241"/>
                </a:lnTo>
                <a:lnTo>
                  <a:pt x="29" y="238"/>
                </a:lnTo>
                <a:lnTo>
                  <a:pt x="28" y="235"/>
                </a:lnTo>
                <a:lnTo>
                  <a:pt x="17" y="210"/>
                </a:lnTo>
                <a:lnTo>
                  <a:pt x="10" y="183"/>
                </a:lnTo>
                <a:lnTo>
                  <a:pt x="9" y="179"/>
                </a:lnTo>
                <a:lnTo>
                  <a:pt x="8" y="177"/>
                </a:lnTo>
                <a:lnTo>
                  <a:pt x="4" y="170"/>
                </a:lnTo>
                <a:lnTo>
                  <a:pt x="0" y="164"/>
                </a:lnTo>
                <a:lnTo>
                  <a:pt x="0" y="157"/>
                </a:lnTo>
                <a:lnTo>
                  <a:pt x="3" y="143"/>
                </a:lnTo>
                <a:lnTo>
                  <a:pt x="13" y="133"/>
                </a:lnTo>
                <a:lnTo>
                  <a:pt x="15" y="131"/>
                </a:lnTo>
                <a:lnTo>
                  <a:pt x="17" y="128"/>
                </a:lnTo>
                <a:lnTo>
                  <a:pt x="27" y="109"/>
                </a:lnTo>
                <a:lnTo>
                  <a:pt x="38" y="91"/>
                </a:lnTo>
                <a:lnTo>
                  <a:pt x="54" y="76"/>
                </a:lnTo>
                <a:lnTo>
                  <a:pt x="73" y="63"/>
                </a:lnTo>
                <a:lnTo>
                  <a:pt x="75" y="62"/>
                </a:lnTo>
                <a:lnTo>
                  <a:pt x="75" y="59"/>
                </a:lnTo>
                <a:lnTo>
                  <a:pt x="75" y="57"/>
                </a:lnTo>
                <a:lnTo>
                  <a:pt x="65" y="31"/>
                </a:lnTo>
                <a:lnTo>
                  <a:pt x="65" y="30"/>
                </a:lnTo>
                <a:lnTo>
                  <a:pt x="64" y="30"/>
                </a:lnTo>
                <a:lnTo>
                  <a:pt x="61" y="30"/>
                </a:lnTo>
                <a:lnTo>
                  <a:pt x="59" y="31"/>
                </a:lnTo>
                <a:lnTo>
                  <a:pt x="58" y="31"/>
                </a:lnTo>
                <a:lnTo>
                  <a:pt x="56" y="31"/>
                </a:lnTo>
                <a:lnTo>
                  <a:pt x="55" y="30"/>
                </a:lnTo>
                <a:lnTo>
                  <a:pt x="52" y="22"/>
                </a:lnTo>
                <a:lnTo>
                  <a:pt x="52" y="20"/>
                </a:lnTo>
                <a:lnTo>
                  <a:pt x="52" y="18"/>
                </a:lnTo>
                <a:lnTo>
                  <a:pt x="54" y="18"/>
                </a:lnTo>
                <a:lnTo>
                  <a:pt x="59" y="16"/>
                </a:lnTo>
                <a:lnTo>
                  <a:pt x="93" y="2"/>
                </a:lnTo>
                <a:lnTo>
                  <a:pt x="98" y="0"/>
                </a:lnTo>
                <a:lnTo>
                  <a:pt x="101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Freeform 387"/>
          <p:cNvSpPr>
            <a:spLocks noEditPoints="1"/>
          </p:cNvSpPr>
          <p:nvPr userDrawn="1"/>
        </p:nvSpPr>
        <p:spPr bwMode="auto">
          <a:xfrm rot="1888595">
            <a:off x="2442159" y="392103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7"/>
          <p:cNvSpPr>
            <a:spLocks noEditPoints="1"/>
          </p:cNvSpPr>
          <p:nvPr userDrawn="1"/>
        </p:nvSpPr>
        <p:spPr bwMode="auto">
          <a:xfrm rot="20644514">
            <a:off x="1047441" y="681857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Freeform 363"/>
          <p:cNvSpPr>
            <a:spLocks noEditPoints="1"/>
          </p:cNvSpPr>
          <p:nvPr userDrawn="1"/>
        </p:nvSpPr>
        <p:spPr bwMode="auto">
          <a:xfrm rot="1658487">
            <a:off x="6583748" y="312642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Freeform 463"/>
          <p:cNvSpPr>
            <a:spLocks noEditPoints="1"/>
          </p:cNvSpPr>
          <p:nvPr userDrawn="1"/>
        </p:nvSpPr>
        <p:spPr bwMode="auto">
          <a:xfrm rot="19468345">
            <a:off x="4877976" y="513678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Freeform 345"/>
          <p:cNvSpPr>
            <a:spLocks noEditPoints="1"/>
          </p:cNvSpPr>
          <p:nvPr userDrawn="1"/>
        </p:nvSpPr>
        <p:spPr bwMode="auto">
          <a:xfrm rot="19951744">
            <a:off x="485337" y="1535222"/>
            <a:ext cx="2166226" cy="3066048"/>
          </a:xfrm>
          <a:custGeom>
            <a:avLst/>
            <a:gdLst>
              <a:gd name="T0" fmla="*/ 190 w 195"/>
              <a:gd name="T1" fmla="*/ 163 h 276"/>
              <a:gd name="T2" fmla="*/ 195 w 195"/>
              <a:gd name="T3" fmla="*/ 174 h 276"/>
              <a:gd name="T4" fmla="*/ 192 w 195"/>
              <a:gd name="T5" fmla="*/ 180 h 276"/>
              <a:gd name="T6" fmla="*/ 105 w 195"/>
              <a:gd name="T7" fmla="*/ 212 h 276"/>
              <a:gd name="T8" fmla="*/ 98 w 195"/>
              <a:gd name="T9" fmla="*/ 202 h 276"/>
              <a:gd name="T10" fmla="*/ 101 w 195"/>
              <a:gd name="T11" fmla="*/ 195 h 276"/>
              <a:gd name="T12" fmla="*/ 187 w 195"/>
              <a:gd name="T13" fmla="*/ 160 h 276"/>
              <a:gd name="T14" fmla="*/ 20 w 195"/>
              <a:gd name="T15" fmla="*/ 147 h 276"/>
              <a:gd name="T16" fmla="*/ 15 w 195"/>
              <a:gd name="T17" fmla="*/ 157 h 276"/>
              <a:gd name="T18" fmla="*/ 20 w 195"/>
              <a:gd name="T19" fmla="*/ 168 h 276"/>
              <a:gd name="T20" fmla="*/ 32 w 195"/>
              <a:gd name="T21" fmla="*/ 169 h 276"/>
              <a:gd name="T22" fmla="*/ 40 w 195"/>
              <a:gd name="T23" fmla="*/ 161 h 276"/>
              <a:gd name="T24" fmla="*/ 37 w 195"/>
              <a:gd name="T25" fmla="*/ 150 h 276"/>
              <a:gd name="T26" fmla="*/ 27 w 195"/>
              <a:gd name="T27" fmla="*/ 145 h 276"/>
              <a:gd name="T28" fmla="*/ 102 w 195"/>
              <a:gd name="T29" fmla="*/ 2 h 276"/>
              <a:gd name="T30" fmla="*/ 105 w 195"/>
              <a:gd name="T31" fmla="*/ 12 h 276"/>
              <a:gd name="T32" fmla="*/ 100 w 195"/>
              <a:gd name="T33" fmla="*/ 14 h 276"/>
              <a:gd name="T34" fmla="*/ 151 w 195"/>
              <a:gd name="T35" fmla="*/ 146 h 276"/>
              <a:gd name="T36" fmla="*/ 148 w 195"/>
              <a:gd name="T37" fmla="*/ 149 h 276"/>
              <a:gd name="T38" fmla="*/ 147 w 195"/>
              <a:gd name="T39" fmla="*/ 151 h 276"/>
              <a:gd name="T40" fmla="*/ 148 w 195"/>
              <a:gd name="T41" fmla="*/ 160 h 276"/>
              <a:gd name="T42" fmla="*/ 144 w 195"/>
              <a:gd name="T43" fmla="*/ 166 h 276"/>
              <a:gd name="T44" fmla="*/ 129 w 195"/>
              <a:gd name="T45" fmla="*/ 169 h 276"/>
              <a:gd name="T46" fmla="*/ 124 w 195"/>
              <a:gd name="T47" fmla="*/ 161 h 276"/>
              <a:gd name="T48" fmla="*/ 120 w 195"/>
              <a:gd name="T49" fmla="*/ 160 h 276"/>
              <a:gd name="T50" fmla="*/ 118 w 195"/>
              <a:gd name="T51" fmla="*/ 160 h 276"/>
              <a:gd name="T52" fmla="*/ 91 w 195"/>
              <a:gd name="T53" fmla="*/ 97 h 276"/>
              <a:gd name="T54" fmla="*/ 84 w 195"/>
              <a:gd name="T55" fmla="*/ 97 h 276"/>
              <a:gd name="T56" fmla="*/ 52 w 195"/>
              <a:gd name="T57" fmla="*/ 136 h 276"/>
              <a:gd name="T58" fmla="*/ 55 w 195"/>
              <a:gd name="T59" fmla="*/ 151 h 276"/>
              <a:gd name="T60" fmla="*/ 52 w 195"/>
              <a:gd name="T61" fmla="*/ 170 h 276"/>
              <a:gd name="T62" fmla="*/ 46 w 195"/>
              <a:gd name="T63" fmla="*/ 180 h 276"/>
              <a:gd name="T64" fmla="*/ 59 w 195"/>
              <a:gd name="T65" fmla="*/ 216 h 276"/>
              <a:gd name="T66" fmla="*/ 87 w 195"/>
              <a:gd name="T67" fmla="*/ 243 h 276"/>
              <a:gd name="T68" fmla="*/ 185 w 195"/>
              <a:gd name="T69" fmla="*/ 244 h 276"/>
              <a:gd name="T70" fmla="*/ 193 w 195"/>
              <a:gd name="T71" fmla="*/ 256 h 276"/>
              <a:gd name="T72" fmla="*/ 189 w 195"/>
              <a:gd name="T73" fmla="*/ 274 h 276"/>
              <a:gd name="T74" fmla="*/ 22 w 195"/>
              <a:gd name="T75" fmla="*/ 276 h 276"/>
              <a:gd name="T76" fmla="*/ 12 w 195"/>
              <a:gd name="T77" fmla="*/ 270 h 276"/>
              <a:gd name="T78" fmla="*/ 12 w 195"/>
              <a:gd name="T79" fmla="*/ 251 h 276"/>
              <a:gd name="T80" fmla="*/ 22 w 195"/>
              <a:gd name="T81" fmla="*/ 244 h 276"/>
              <a:gd name="T82" fmla="*/ 29 w 195"/>
              <a:gd name="T83" fmla="*/ 241 h 276"/>
              <a:gd name="T84" fmla="*/ 17 w 195"/>
              <a:gd name="T85" fmla="*/ 210 h 276"/>
              <a:gd name="T86" fmla="*/ 8 w 195"/>
              <a:gd name="T87" fmla="*/ 177 h 276"/>
              <a:gd name="T88" fmla="*/ 0 w 195"/>
              <a:gd name="T89" fmla="*/ 157 h 276"/>
              <a:gd name="T90" fmla="*/ 15 w 195"/>
              <a:gd name="T91" fmla="*/ 131 h 276"/>
              <a:gd name="T92" fmla="*/ 38 w 195"/>
              <a:gd name="T93" fmla="*/ 91 h 276"/>
              <a:gd name="T94" fmla="*/ 75 w 195"/>
              <a:gd name="T95" fmla="*/ 62 h 276"/>
              <a:gd name="T96" fmla="*/ 65 w 195"/>
              <a:gd name="T97" fmla="*/ 31 h 276"/>
              <a:gd name="T98" fmla="*/ 61 w 195"/>
              <a:gd name="T99" fmla="*/ 30 h 276"/>
              <a:gd name="T100" fmla="*/ 56 w 195"/>
              <a:gd name="T101" fmla="*/ 31 h 276"/>
              <a:gd name="T102" fmla="*/ 52 w 195"/>
              <a:gd name="T103" fmla="*/ 20 h 276"/>
              <a:gd name="T104" fmla="*/ 59 w 195"/>
              <a:gd name="T105" fmla="*/ 16 h 276"/>
              <a:gd name="T106" fmla="*/ 101 w 195"/>
              <a:gd name="T107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5" h="276">
                <a:moveTo>
                  <a:pt x="187" y="160"/>
                </a:moveTo>
                <a:lnTo>
                  <a:pt x="189" y="161"/>
                </a:lnTo>
                <a:lnTo>
                  <a:pt x="190" y="163"/>
                </a:lnTo>
                <a:lnTo>
                  <a:pt x="193" y="165"/>
                </a:lnTo>
                <a:lnTo>
                  <a:pt x="195" y="172"/>
                </a:lnTo>
                <a:lnTo>
                  <a:pt x="195" y="174"/>
                </a:lnTo>
                <a:lnTo>
                  <a:pt x="195" y="177"/>
                </a:lnTo>
                <a:lnTo>
                  <a:pt x="193" y="178"/>
                </a:lnTo>
                <a:lnTo>
                  <a:pt x="192" y="180"/>
                </a:lnTo>
                <a:lnTo>
                  <a:pt x="110" y="212"/>
                </a:lnTo>
                <a:lnTo>
                  <a:pt x="107" y="212"/>
                </a:lnTo>
                <a:lnTo>
                  <a:pt x="105" y="212"/>
                </a:lnTo>
                <a:lnTo>
                  <a:pt x="103" y="211"/>
                </a:lnTo>
                <a:lnTo>
                  <a:pt x="101" y="209"/>
                </a:lnTo>
                <a:lnTo>
                  <a:pt x="98" y="202"/>
                </a:lnTo>
                <a:lnTo>
                  <a:pt x="98" y="200"/>
                </a:lnTo>
                <a:lnTo>
                  <a:pt x="98" y="197"/>
                </a:lnTo>
                <a:lnTo>
                  <a:pt x="101" y="195"/>
                </a:lnTo>
                <a:lnTo>
                  <a:pt x="102" y="193"/>
                </a:lnTo>
                <a:lnTo>
                  <a:pt x="184" y="161"/>
                </a:lnTo>
                <a:lnTo>
                  <a:pt x="187" y="160"/>
                </a:lnTo>
                <a:close/>
                <a:moveTo>
                  <a:pt x="27" y="145"/>
                </a:moveTo>
                <a:lnTo>
                  <a:pt x="23" y="145"/>
                </a:lnTo>
                <a:lnTo>
                  <a:pt x="20" y="147"/>
                </a:lnTo>
                <a:lnTo>
                  <a:pt x="17" y="150"/>
                </a:lnTo>
                <a:lnTo>
                  <a:pt x="15" y="154"/>
                </a:lnTo>
                <a:lnTo>
                  <a:pt x="15" y="157"/>
                </a:lnTo>
                <a:lnTo>
                  <a:pt x="15" y="161"/>
                </a:lnTo>
                <a:lnTo>
                  <a:pt x="17" y="165"/>
                </a:lnTo>
                <a:lnTo>
                  <a:pt x="20" y="168"/>
                </a:lnTo>
                <a:lnTo>
                  <a:pt x="23" y="169"/>
                </a:lnTo>
                <a:lnTo>
                  <a:pt x="27" y="170"/>
                </a:lnTo>
                <a:lnTo>
                  <a:pt x="32" y="169"/>
                </a:lnTo>
                <a:lnTo>
                  <a:pt x="35" y="168"/>
                </a:lnTo>
                <a:lnTo>
                  <a:pt x="37" y="165"/>
                </a:lnTo>
                <a:lnTo>
                  <a:pt x="40" y="161"/>
                </a:lnTo>
                <a:lnTo>
                  <a:pt x="40" y="157"/>
                </a:lnTo>
                <a:lnTo>
                  <a:pt x="40" y="154"/>
                </a:lnTo>
                <a:lnTo>
                  <a:pt x="37" y="150"/>
                </a:lnTo>
                <a:lnTo>
                  <a:pt x="35" y="147"/>
                </a:lnTo>
                <a:lnTo>
                  <a:pt x="32" y="145"/>
                </a:lnTo>
                <a:lnTo>
                  <a:pt x="27" y="145"/>
                </a:lnTo>
                <a:close/>
                <a:moveTo>
                  <a:pt x="101" y="0"/>
                </a:moveTo>
                <a:lnTo>
                  <a:pt x="102" y="0"/>
                </a:lnTo>
                <a:lnTo>
                  <a:pt x="102" y="2"/>
                </a:lnTo>
                <a:lnTo>
                  <a:pt x="106" y="9"/>
                </a:lnTo>
                <a:lnTo>
                  <a:pt x="106" y="11"/>
                </a:lnTo>
                <a:lnTo>
                  <a:pt x="105" y="12"/>
                </a:lnTo>
                <a:lnTo>
                  <a:pt x="103" y="13"/>
                </a:lnTo>
                <a:lnTo>
                  <a:pt x="101" y="14"/>
                </a:lnTo>
                <a:lnTo>
                  <a:pt x="100" y="14"/>
                </a:lnTo>
                <a:lnTo>
                  <a:pt x="100" y="16"/>
                </a:lnTo>
                <a:lnTo>
                  <a:pt x="100" y="18"/>
                </a:lnTo>
                <a:lnTo>
                  <a:pt x="151" y="146"/>
                </a:lnTo>
                <a:lnTo>
                  <a:pt x="151" y="147"/>
                </a:lnTo>
                <a:lnTo>
                  <a:pt x="149" y="149"/>
                </a:lnTo>
                <a:lnTo>
                  <a:pt x="148" y="149"/>
                </a:lnTo>
                <a:lnTo>
                  <a:pt x="148" y="150"/>
                </a:lnTo>
                <a:lnTo>
                  <a:pt x="147" y="150"/>
                </a:lnTo>
                <a:lnTo>
                  <a:pt x="147" y="151"/>
                </a:lnTo>
                <a:lnTo>
                  <a:pt x="147" y="152"/>
                </a:lnTo>
                <a:lnTo>
                  <a:pt x="148" y="157"/>
                </a:lnTo>
                <a:lnTo>
                  <a:pt x="148" y="160"/>
                </a:lnTo>
                <a:lnTo>
                  <a:pt x="148" y="163"/>
                </a:lnTo>
                <a:lnTo>
                  <a:pt x="147" y="164"/>
                </a:lnTo>
                <a:lnTo>
                  <a:pt x="144" y="166"/>
                </a:lnTo>
                <a:lnTo>
                  <a:pt x="134" y="169"/>
                </a:lnTo>
                <a:lnTo>
                  <a:pt x="132" y="170"/>
                </a:lnTo>
                <a:lnTo>
                  <a:pt x="129" y="169"/>
                </a:lnTo>
                <a:lnTo>
                  <a:pt x="128" y="168"/>
                </a:lnTo>
                <a:lnTo>
                  <a:pt x="125" y="165"/>
                </a:lnTo>
                <a:lnTo>
                  <a:pt x="124" y="161"/>
                </a:lnTo>
                <a:lnTo>
                  <a:pt x="124" y="161"/>
                </a:lnTo>
                <a:lnTo>
                  <a:pt x="123" y="160"/>
                </a:lnTo>
                <a:lnTo>
                  <a:pt x="120" y="160"/>
                </a:lnTo>
                <a:lnTo>
                  <a:pt x="120" y="160"/>
                </a:lnTo>
                <a:lnTo>
                  <a:pt x="119" y="161"/>
                </a:lnTo>
                <a:lnTo>
                  <a:pt x="118" y="160"/>
                </a:lnTo>
                <a:lnTo>
                  <a:pt x="116" y="159"/>
                </a:lnTo>
                <a:lnTo>
                  <a:pt x="93" y="100"/>
                </a:lnTo>
                <a:lnTo>
                  <a:pt x="91" y="97"/>
                </a:lnTo>
                <a:lnTo>
                  <a:pt x="89" y="96"/>
                </a:lnTo>
                <a:lnTo>
                  <a:pt x="87" y="96"/>
                </a:lnTo>
                <a:lnTo>
                  <a:pt x="84" y="97"/>
                </a:lnTo>
                <a:lnTo>
                  <a:pt x="70" y="108"/>
                </a:lnTo>
                <a:lnTo>
                  <a:pt x="60" y="120"/>
                </a:lnTo>
                <a:lnTo>
                  <a:pt x="52" y="136"/>
                </a:lnTo>
                <a:lnTo>
                  <a:pt x="51" y="140"/>
                </a:lnTo>
                <a:lnTo>
                  <a:pt x="52" y="145"/>
                </a:lnTo>
                <a:lnTo>
                  <a:pt x="55" y="151"/>
                </a:lnTo>
                <a:lnTo>
                  <a:pt x="55" y="157"/>
                </a:lnTo>
                <a:lnTo>
                  <a:pt x="55" y="164"/>
                </a:lnTo>
                <a:lnTo>
                  <a:pt x="52" y="170"/>
                </a:lnTo>
                <a:lnTo>
                  <a:pt x="49" y="175"/>
                </a:lnTo>
                <a:lnTo>
                  <a:pt x="47" y="178"/>
                </a:lnTo>
                <a:lnTo>
                  <a:pt x="46" y="180"/>
                </a:lnTo>
                <a:lnTo>
                  <a:pt x="46" y="184"/>
                </a:lnTo>
                <a:lnTo>
                  <a:pt x="51" y="201"/>
                </a:lnTo>
                <a:lnTo>
                  <a:pt x="59" y="216"/>
                </a:lnTo>
                <a:lnTo>
                  <a:pt x="69" y="230"/>
                </a:lnTo>
                <a:lnTo>
                  <a:pt x="83" y="242"/>
                </a:lnTo>
                <a:lnTo>
                  <a:pt x="87" y="243"/>
                </a:lnTo>
                <a:lnTo>
                  <a:pt x="89" y="244"/>
                </a:lnTo>
                <a:lnTo>
                  <a:pt x="181" y="244"/>
                </a:lnTo>
                <a:lnTo>
                  <a:pt x="185" y="244"/>
                </a:lnTo>
                <a:lnTo>
                  <a:pt x="189" y="247"/>
                </a:lnTo>
                <a:lnTo>
                  <a:pt x="192" y="251"/>
                </a:lnTo>
                <a:lnTo>
                  <a:pt x="193" y="256"/>
                </a:lnTo>
                <a:lnTo>
                  <a:pt x="193" y="265"/>
                </a:lnTo>
                <a:lnTo>
                  <a:pt x="192" y="270"/>
                </a:lnTo>
                <a:lnTo>
                  <a:pt x="189" y="274"/>
                </a:lnTo>
                <a:lnTo>
                  <a:pt x="185" y="276"/>
                </a:lnTo>
                <a:lnTo>
                  <a:pt x="181" y="276"/>
                </a:lnTo>
                <a:lnTo>
                  <a:pt x="22" y="276"/>
                </a:lnTo>
                <a:lnTo>
                  <a:pt x="18" y="276"/>
                </a:lnTo>
                <a:lnTo>
                  <a:pt x="14" y="274"/>
                </a:lnTo>
                <a:lnTo>
                  <a:pt x="12" y="270"/>
                </a:lnTo>
                <a:lnTo>
                  <a:pt x="10" y="265"/>
                </a:lnTo>
                <a:lnTo>
                  <a:pt x="10" y="256"/>
                </a:lnTo>
                <a:lnTo>
                  <a:pt x="12" y="251"/>
                </a:lnTo>
                <a:lnTo>
                  <a:pt x="14" y="247"/>
                </a:lnTo>
                <a:lnTo>
                  <a:pt x="18" y="244"/>
                </a:lnTo>
                <a:lnTo>
                  <a:pt x="22" y="244"/>
                </a:lnTo>
                <a:lnTo>
                  <a:pt x="24" y="244"/>
                </a:lnTo>
                <a:lnTo>
                  <a:pt x="27" y="243"/>
                </a:lnTo>
                <a:lnTo>
                  <a:pt x="29" y="241"/>
                </a:lnTo>
                <a:lnTo>
                  <a:pt x="29" y="238"/>
                </a:lnTo>
                <a:lnTo>
                  <a:pt x="28" y="235"/>
                </a:lnTo>
                <a:lnTo>
                  <a:pt x="17" y="210"/>
                </a:lnTo>
                <a:lnTo>
                  <a:pt x="10" y="183"/>
                </a:lnTo>
                <a:lnTo>
                  <a:pt x="9" y="179"/>
                </a:lnTo>
                <a:lnTo>
                  <a:pt x="8" y="177"/>
                </a:lnTo>
                <a:lnTo>
                  <a:pt x="4" y="170"/>
                </a:lnTo>
                <a:lnTo>
                  <a:pt x="0" y="164"/>
                </a:lnTo>
                <a:lnTo>
                  <a:pt x="0" y="157"/>
                </a:lnTo>
                <a:lnTo>
                  <a:pt x="3" y="143"/>
                </a:lnTo>
                <a:lnTo>
                  <a:pt x="13" y="133"/>
                </a:lnTo>
                <a:lnTo>
                  <a:pt x="15" y="131"/>
                </a:lnTo>
                <a:lnTo>
                  <a:pt x="17" y="128"/>
                </a:lnTo>
                <a:lnTo>
                  <a:pt x="27" y="109"/>
                </a:lnTo>
                <a:lnTo>
                  <a:pt x="38" y="91"/>
                </a:lnTo>
                <a:lnTo>
                  <a:pt x="54" y="76"/>
                </a:lnTo>
                <a:lnTo>
                  <a:pt x="73" y="63"/>
                </a:lnTo>
                <a:lnTo>
                  <a:pt x="75" y="62"/>
                </a:lnTo>
                <a:lnTo>
                  <a:pt x="75" y="59"/>
                </a:lnTo>
                <a:lnTo>
                  <a:pt x="75" y="57"/>
                </a:lnTo>
                <a:lnTo>
                  <a:pt x="65" y="31"/>
                </a:lnTo>
                <a:lnTo>
                  <a:pt x="65" y="30"/>
                </a:lnTo>
                <a:lnTo>
                  <a:pt x="64" y="30"/>
                </a:lnTo>
                <a:lnTo>
                  <a:pt x="61" y="30"/>
                </a:lnTo>
                <a:lnTo>
                  <a:pt x="59" y="31"/>
                </a:lnTo>
                <a:lnTo>
                  <a:pt x="58" y="31"/>
                </a:lnTo>
                <a:lnTo>
                  <a:pt x="56" y="31"/>
                </a:lnTo>
                <a:lnTo>
                  <a:pt x="55" y="30"/>
                </a:lnTo>
                <a:lnTo>
                  <a:pt x="52" y="22"/>
                </a:lnTo>
                <a:lnTo>
                  <a:pt x="52" y="20"/>
                </a:lnTo>
                <a:lnTo>
                  <a:pt x="52" y="18"/>
                </a:lnTo>
                <a:lnTo>
                  <a:pt x="54" y="18"/>
                </a:lnTo>
                <a:lnTo>
                  <a:pt x="59" y="16"/>
                </a:lnTo>
                <a:lnTo>
                  <a:pt x="93" y="2"/>
                </a:lnTo>
                <a:lnTo>
                  <a:pt x="98" y="0"/>
                </a:lnTo>
                <a:lnTo>
                  <a:pt x="101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Freeform 387"/>
          <p:cNvSpPr>
            <a:spLocks noEditPoints="1"/>
          </p:cNvSpPr>
          <p:nvPr userDrawn="1"/>
        </p:nvSpPr>
        <p:spPr bwMode="auto">
          <a:xfrm rot="1888595">
            <a:off x="2442159" y="392103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图片 1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.xml"/><Relationship Id="rId1" Type="http://schemas.openxmlformats.org/officeDocument/2006/relationships/tags" Target="../tags/tag1.xml"/><Relationship Id="rId2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poj.org/problem?id=3280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poj.org/problem?id=2955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poj.org/problem?id=1651" TargetMode="External"/><Relationship Id="rId4" Type="http://schemas.openxmlformats.org/officeDocument/2006/relationships/hyperlink" Target="https://www.luogu.org/problemnew/show/P2758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ightoj.com/volume_showproblem.php?problem=142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974122" y="2036074"/>
            <a:ext cx="7893050" cy="8937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区间动态规划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区间动态规划类问题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400" dirty="0"/>
              <a:t>所谓区间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，顾名思义就是在一段区间上的动态规划。它既要满足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问题的最优子结构和无后效性外，还应该符合在区间上操作的特点。我的理解是往往会对区间进行合并操作。抑或是单个元素（可看成一个小区间）跨区间进行操作。例如括号匹配问题，石子合并问题（通过多次的相邻合并，最后实质上会产生跨区间的合并，如果你把其中的石子看作参考系的话就很容易感觉出来），还有在整数中插入运算符号的问题（利用运算符的优先级以及交换律可看出）</a:t>
            </a:r>
          </a:p>
          <a:p>
            <a:r>
              <a:rPr lang="zh-CN" altLang="en-US" sz="2400" dirty="0"/>
              <a:t>这样以来，如果我们要得知一个大区间的情况，由于它必定是由从多个长度不一的小区间转移而来（转移情况未知），我们可以通过求得多个小区间的情况，从而合并信息，得到大区间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区间动态规划的一般形式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400" dirty="0"/>
              <a:t>对于一个长度为</a:t>
            </a:r>
            <a:r>
              <a:rPr lang="en-US" altLang="zh-CN" sz="2400" dirty="0"/>
              <a:t>n</a:t>
            </a:r>
            <a:r>
              <a:rPr lang="zh-CN" altLang="en-US" sz="2400" dirty="0"/>
              <a:t>的区间，确定它的子区间需要首尾两个指针，</a:t>
            </a:r>
            <a:r>
              <a:rPr lang="zh-CN" altLang="en-US" sz="2400" dirty="0" smtClean="0"/>
              <a:t>显然子</a:t>
            </a:r>
            <a:r>
              <a:rPr lang="zh-CN" altLang="en-US" sz="2400" dirty="0"/>
              <a:t>区间数量级为</a:t>
            </a:r>
            <a:r>
              <a:rPr lang="en-US" altLang="zh-CN" sz="2400" dirty="0"/>
              <a:t>n</a:t>
            </a:r>
            <a:r>
              <a:rPr lang="en-US" altLang="zh-CN" sz="2400" baseline="30000" dirty="0"/>
              <a:t>2</a:t>
            </a:r>
            <a:r>
              <a:rPr lang="zh-CN" altLang="en-US" sz="2400" dirty="0"/>
              <a:t>，那区间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的复杂度也就为</a:t>
            </a:r>
            <a:r>
              <a:rPr lang="en-US" altLang="zh-CN" sz="2400" dirty="0" smtClean="0"/>
              <a:t>n</a:t>
            </a:r>
            <a:r>
              <a:rPr lang="en-US" altLang="zh-CN" sz="2400" baseline="30000" dirty="0" smtClean="0"/>
              <a:t>2</a:t>
            </a:r>
            <a:r>
              <a:rPr lang="zh-CN" altLang="en-US" sz="2400" baseline="30000" dirty="0"/>
              <a:t> </a:t>
            </a:r>
            <a:r>
              <a:rPr lang="zh-CN" altLang="en-US" sz="2400" dirty="0" smtClean="0"/>
              <a:t> </a:t>
            </a:r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zh-CN" altLang="en-US" sz="2400" dirty="0" smtClean="0"/>
              <a:t>一般性问题总结模版：</a:t>
            </a:r>
            <a:endParaRPr lang="en-US" altLang="zh-CN" sz="2400" dirty="0" smtClean="0"/>
          </a:p>
          <a:p>
            <a:pPr>
              <a:buFont typeface="Wingdings" charset="2"/>
              <a:buChar char="ü"/>
            </a:pPr>
            <a:r>
              <a:rPr lang="zh-CN" altLang="en-US" sz="2400" dirty="0"/>
              <a:t>首先确定状态</a:t>
            </a:r>
          </a:p>
          <a:p>
            <a:pPr>
              <a:buFont typeface="Wingdings" charset="2"/>
              <a:buChar char="ü"/>
            </a:pPr>
            <a:r>
              <a:rPr lang="zh-CN" altLang="en-US" sz="2400" dirty="0"/>
              <a:t>初始化长度为</a:t>
            </a:r>
            <a:r>
              <a:rPr lang="en-US" altLang="zh-CN" sz="2400" dirty="0" smtClean="0"/>
              <a:t>1</a:t>
            </a:r>
            <a:r>
              <a:rPr lang="en-US" altLang="zh-CN" sz="2400" dirty="0"/>
              <a:t>(</a:t>
            </a:r>
            <a:r>
              <a:rPr lang="en-US" altLang="zh-CN" sz="2400" dirty="0" smtClean="0"/>
              <a:t>or </a:t>
            </a:r>
            <a:r>
              <a:rPr lang="en-US" altLang="zh-CN" sz="2400" dirty="0"/>
              <a:t>2,3....</a:t>
            </a:r>
            <a:r>
              <a:rPr lang="zh-CN" altLang="en-US" sz="2400" dirty="0"/>
              <a:t>具体因题而</a:t>
            </a:r>
            <a:r>
              <a:rPr lang="zh-CN" altLang="en-US" sz="2400" dirty="0" smtClean="0"/>
              <a:t>异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的</a:t>
            </a:r>
            <a:r>
              <a:rPr lang="en-US" altLang="zh-CN" sz="2400" dirty="0" err="1"/>
              <a:t>dp</a:t>
            </a:r>
            <a:r>
              <a:rPr lang="zh-CN" altLang="en-US" sz="2400" dirty="0"/>
              <a:t>数组的值</a:t>
            </a:r>
          </a:p>
          <a:p>
            <a:pPr>
              <a:buFont typeface="Wingdings" charset="2"/>
              <a:buChar char="ü"/>
            </a:pPr>
            <a:r>
              <a:rPr lang="zh-CN" altLang="en-US" sz="2400" dirty="0"/>
              <a:t>然后枚举区间长度，枚举区间的起始</a:t>
            </a:r>
            <a:r>
              <a:rPr lang="zh-CN" altLang="en-US" sz="2400" dirty="0" smtClean="0"/>
              <a:t>点</a:t>
            </a:r>
            <a:r>
              <a:rPr lang="en-US" altLang="zh-CN" sz="2400" dirty="0" smtClean="0"/>
              <a:t>,(</a:t>
            </a:r>
            <a:r>
              <a:rPr lang="zh-CN" altLang="en-US" sz="2400" dirty="0" smtClean="0"/>
              <a:t>有的</a:t>
            </a:r>
            <a:r>
              <a:rPr lang="zh-CN" altLang="en-US" sz="2400" dirty="0"/>
              <a:t>题目还需要枚举</a:t>
            </a:r>
            <a:r>
              <a:rPr lang="zh-CN" altLang="en-US" sz="2400" dirty="0" smtClean="0"/>
              <a:t>断点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由</a:t>
            </a:r>
            <a:r>
              <a:rPr lang="zh-CN" altLang="en-US" sz="2400" dirty="0"/>
              <a:t>小区间转移到大区间。</a:t>
            </a:r>
          </a:p>
          <a:p>
            <a:pPr>
              <a:buFont typeface="Wingdings" charset="2"/>
              <a:buChar char="ü"/>
            </a:pPr>
            <a:r>
              <a:rPr lang="zh-CN" altLang="en-US" sz="2400" dirty="0"/>
              <a:t>最后</a:t>
            </a:r>
            <a:r>
              <a:rPr lang="en-US" altLang="zh-CN" sz="2400" dirty="0" err="1"/>
              <a:t>dp</a:t>
            </a:r>
            <a:r>
              <a:rPr lang="en-US" altLang="zh-CN" sz="2400" dirty="0"/>
              <a:t>[1][n]</a:t>
            </a:r>
            <a:r>
              <a:rPr lang="zh-CN" altLang="en-US" sz="2400" dirty="0"/>
              <a:t>往往就是答案</a:t>
            </a:r>
          </a:p>
          <a:p>
            <a:endParaRPr lang="en-US" altLang="zh-CN" sz="2400" baseline="30000" dirty="0"/>
          </a:p>
        </p:txBody>
      </p:sp>
    </p:spTree>
    <p:extLst>
      <p:ext uri="{BB962C8B-B14F-4D97-AF65-F5344CB8AC3E}">
        <p14:creationId xmlns:p14="http://schemas.microsoft.com/office/powerpoint/2010/main" val="354052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代码模版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mr-IN" altLang="zh-CN" sz="2000" dirty="0"/>
              <a:t>//</a:t>
            </a:r>
            <a:r>
              <a:rPr kumimoji="1" lang="zh-CN" altLang="mr-IN" sz="2000" dirty="0"/>
              <a:t>一般区间</a:t>
            </a:r>
            <a:r>
              <a:rPr kumimoji="1" lang="mr-IN" altLang="zh-CN" sz="2000" dirty="0"/>
              <a:t>DP</a:t>
            </a:r>
            <a:r>
              <a:rPr kumimoji="1" lang="zh-CN" altLang="mr-IN" sz="2000" dirty="0"/>
              <a:t>实现</a:t>
            </a:r>
            <a:r>
              <a:rPr kumimoji="1" lang="zh-CN" altLang="mr-IN" sz="2000" dirty="0" smtClean="0"/>
              <a:t>代码</a:t>
            </a:r>
            <a:endParaRPr kumimoji="1" lang="en-US" altLang="zh-CN" sz="2000" dirty="0" smtClean="0"/>
          </a:p>
          <a:p>
            <a:pPr marL="0" indent="0">
              <a:buNone/>
            </a:pPr>
            <a:r>
              <a:rPr kumimoji="1" lang="mr-IN" altLang="zh-CN" sz="2000" dirty="0" err="1" smtClean="0"/>
              <a:t>memset</a:t>
            </a:r>
            <a:r>
              <a:rPr kumimoji="1" lang="mr-IN" altLang="zh-CN" sz="2000" dirty="0" smtClean="0"/>
              <a:t>(</a:t>
            </a:r>
            <a:r>
              <a:rPr kumimoji="1" lang="mr-IN" altLang="zh-CN" sz="2000" dirty="0" err="1" smtClean="0"/>
              <a:t>dp</a:t>
            </a:r>
            <a:r>
              <a:rPr kumimoji="1" lang="mr-IN" altLang="zh-CN" sz="2000" dirty="0"/>
              <a:t>, 0x3f, </a:t>
            </a:r>
            <a:r>
              <a:rPr kumimoji="1" lang="mr-IN" altLang="zh-CN" sz="2000" dirty="0" err="1"/>
              <a:t>sizeof</a:t>
            </a:r>
            <a:r>
              <a:rPr kumimoji="1" lang="mr-IN" altLang="zh-CN" sz="2000" dirty="0"/>
              <a:t>(</a:t>
            </a:r>
            <a:r>
              <a:rPr kumimoji="1" lang="mr-IN" altLang="zh-CN" sz="2000" dirty="0" err="1"/>
              <a:t>dp</a:t>
            </a:r>
            <a:r>
              <a:rPr kumimoji="1" lang="mr-IN" altLang="zh-CN" sz="2000" dirty="0" smtClean="0"/>
              <a:t>));</a:t>
            </a:r>
            <a:endParaRPr kumimoji="1" lang="en-US" altLang="zh-CN" sz="2000" dirty="0" smtClean="0"/>
          </a:p>
          <a:p>
            <a:pPr marL="0" indent="0">
              <a:buNone/>
            </a:pPr>
            <a:r>
              <a:rPr kumimoji="1" lang="mr-IN" altLang="zh-CN" sz="2000" dirty="0"/>
              <a:t>//</a:t>
            </a:r>
            <a:r>
              <a:rPr kumimoji="1" lang="zh-CN" altLang="mr-IN" sz="2000" dirty="0"/>
              <a:t>区间长度为</a:t>
            </a:r>
            <a:r>
              <a:rPr kumimoji="1" lang="mr-IN" altLang="zh-CN" sz="2000" dirty="0"/>
              <a:t>1</a:t>
            </a:r>
            <a:r>
              <a:rPr kumimoji="1" lang="zh-CN" altLang="mr-IN" sz="2000" dirty="0"/>
              <a:t>的初始化</a:t>
            </a:r>
            <a:endParaRPr kumimoji="1" lang="en-US" altLang="zh-CN" sz="2000" dirty="0" smtClean="0"/>
          </a:p>
          <a:p>
            <a:pPr marL="0" indent="0">
              <a:buNone/>
            </a:pPr>
            <a:r>
              <a:rPr kumimoji="1" lang="mr-IN" altLang="zh-CN" sz="2000" dirty="0" err="1" smtClean="0"/>
              <a:t>for</a:t>
            </a:r>
            <a:r>
              <a:rPr kumimoji="1" lang="mr-IN" altLang="zh-CN" sz="2000" dirty="0" smtClean="0"/>
              <a:t> </a:t>
            </a:r>
            <a:r>
              <a:rPr kumimoji="1" lang="mr-IN" altLang="zh-CN" sz="2000" dirty="0"/>
              <a:t>(</a:t>
            </a:r>
            <a:r>
              <a:rPr kumimoji="1" lang="mr-IN" altLang="zh-CN" sz="2000" dirty="0" err="1"/>
              <a:t>int</a:t>
            </a:r>
            <a:r>
              <a:rPr kumimoji="1" lang="mr-IN" altLang="zh-CN" sz="2000" dirty="0"/>
              <a:t> </a:t>
            </a:r>
            <a:r>
              <a:rPr kumimoji="1" lang="mr-IN" altLang="zh-CN" sz="2000" dirty="0" err="1"/>
              <a:t>i</a:t>
            </a:r>
            <a:r>
              <a:rPr kumimoji="1" lang="mr-IN" altLang="zh-CN" sz="2000" dirty="0"/>
              <a:t> = 1; </a:t>
            </a:r>
            <a:r>
              <a:rPr kumimoji="1" lang="mr-IN" altLang="zh-CN" sz="2000" dirty="0" err="1"/>
              <a:t>i</a:t>
            </a:r>
            <a:r>
              <a:rPr kumimoji="1" lang="mr-IN" altLang="zh-CN" sz="2000" dirty="0"/>
              <a:t> &lt;= </a:t>
            </a:r>
            <a:r>
              <a:rPr kumimoji="1" lang="mr-IN" altLang="zh-CN" sz="2000" dirty="0" err="1"/>
              <a:t>n</a:t>
            </a:r>
            <a:r>
              <a:rPr kumimoji="1" lang="mr-IN" altLang="zh-CN" sz="2000" dirty="0"/>
              <a:t>; </a:t>
            </a:r>
            <a:r>
              <a:rPr kumimoji="1" lang="mr-IN" altLang="zh-CN" sz="2000" dirty="0" err="1"/>
              <a:t>i</a:t>
            </a:r>
            <a:r>
              <a:rPr kumimoji="1" lang="mr-IN" altLang="zh-CN" sz="2000" dirty="0"/>
              <a:t>++</a:t>
            </a:r>
            <a:r>
              <a:rPr kumimoji="1" lang="zh-CN" altLang="mr-IN" sz="2000" dirty="0"/>
              <a:t>） </a:t>
            </a:r>
            <a:r>
              <a:rPr kumimoji="1" lang="mr-IN" altLang="zh-CN" sz="2000" dirty="0" err="1" smtClean="0"/>
              <a:t>dp</a:t>
            </a:r>
            <a:r>
              <a:rPr kumimoji="1" lang="mr-IN" altLang="zh-CN" sz="2000" dirty="0" smtClean="0"/>
              <a:t>[</a:t>
            </a:r>
            <a:r>
              <a:rPr kumimoji="1" lang="mr-IN" altLang="zh-CN" sz="2000" dirty="0" err="1" smtClean="0"/>
              <a:t>i</a:t>
            </a:r>
            <a:r>
              <a:rPr kumimoji="1" lang="mr-IN" altLang="zh-CN" sz="2000" dirty="0"/>
              <a:t>][</a:t>
            </a:r>
            <a:r>
              <a:rPr kumimoji="1" lang="mr-IN" altLang="zh-CN" sz="2000" dirty="0" err="1"/>
              <a:t>i</a:t>
            </a:r>
            <a:r>
              <a:rPr kumimoji="1" lang="mr-IN" altLang="zh-CN" sz="2000" dirty="0"/>
              <a:t>] = 0</a:t>
            </a:r>
            <a:r>
              <a:rPr kumimoji="1" lang="mr-IN" altLang="zh-CN" sz="2000" dirty="0" smtClean="0"/>
              <a:t>;</a:t>
            </a:r>
            <a:endParaRPr kumimoji="1" lang="en-US" altLang="zh-CN" sz="2000" dirty="0" smtClean="0"/>
          </a:p>
          <a:p>
            <a:pPr marL="0" indent="0">
              <a:buNone/>
            </a:pPr>
            <a:r>
              <a:rPr kumimoji="1" lang="mr-IN" altLang="zh-CN" sz="2000" dirty="0"/>
              <a:t>//</a:t>
            </a:r>
            <a:r>
              <a:rPr kumimoji="1" lang="zh-CN" altLang="mr-IN" sz="2000" dirty="0"/>
              <a:t>枚举区间长度</a:t>
            </a:r>
            <a:endParaRPr kumimoji="1" lang="en-US" altLang="zh-CN" sz="2000" dirty="0" smtClean="0"/>
          </a:p>
          <a:p>
            <a:pPr marL="0" indent="0">
              <a:buNone/>
            </a:pPr>
            <a:r>
              <a:rPr kumimoji="1" lang="mr-IN" altLang="zh-CN" sz="2000" dirty="0" err="1" smtClean="0"/>
              <a:t>for</a:t>
            </a:r>
            <a:r>
              <a:rPr kumimoji="1" lang="mr-IN" altLang="zh-CN" sz="2000" dirty="0" smtClean="0"/>
              <a:t> </a:t>
            </a:r>
            <a:r>
              <a:rPr kumimoji="1" lang="mr-IN" altLang="zh-CN" sz="2000" dirty="0"/>
              <a:t>(</a:t>
            </a:r>
            <a:r>
              <a:rPr kumimoji="1" lang="mr-IN" altLang="zh-CN" sz="2000" dirty="0" err="1"/>
              <a:t>int</a:t>
            </a:r>
            <a:r>
              <a:rPr kumimoji="1" lang="mr-IN" altLang="zh-CN" sz="2000" dirty="0"/>
              <a:t> </a:t>
            </a:r>
            <a:r>
              <a:rPr kumimoji="1" lang="mr-IN" altLang="zh-CN" sz="2000" dirty="0" err="1"/>
              <a:t>len</a:t>
            </a:r>
            <a:r>
              <a:rPr kumimoji="1" lang="mr-IN" altLang="zh-CN" sz="2000" dirty="0"/>
              <a:t> = 2; </a:t>
            </a:r>
            <a:r>
              <a:rPr kumimoji="1" lang="mr-IN" altLang="zh-CN" sz="2000" dirty="0" err="1"/>
              <a:t>len</a:t>
            </a:r>
            <a:r>
              <a:rPr kumimoji="1" lang="mr-IN" altLang="zh-CN" sz="2000" dirty="0"/>
              <a:t> &lt;= </a:t>
            </a:r>
            <a:r>
              <a:rPr kumimoji="1" lang="mr-IN" altLang="zh-CN" sz="2000" dirty="0" err="1"/>
              <a:t>n</a:t>
            </a:r>
            <a:r>
              <a:rPr kumimoji="1" lang="mr-IN" altLang="zh-CN" sz="2000" dirty="0"/>
              <a:t>; </a:t>
            </a:r>
            <a:r>
              <a:rPr kumimoji="1" lang="mr-IN" altLang="zh-CN" sz="2000" dirty="0" err="1"/>
              <a:t>len</a:t>
            </a:r>
            <a:r>
              <a:rPr kumimoji="1" lang="mr-IN" altLang="zh-CN" sz="2000" dirty="0"/>
              <a:t>++) </a:t>
            </a:r>
            <a:r>
              <a:rPr kumimoji="1" lang="mr-IN" altLang="zh-CN" sz="2000" dirty="0" smtClean="0"/>
              <a:t>{    </a:t>
            </a:r>
            <a:endParaRPr kumimoji="1" lang="en-US" altLang="zh-CN" sz="2000" dirty="0" smtClean="0"/>
          </a:p>
          <a:p>
            <a:pPr marL="0" indent="0">
              <a:buNone/>
            </a:pPr>
            <a:r>
              <a:rPr kumimoji="1" lang="zh-CN" altLang="en-US" sz="2000" dirty="0" smtClean="0"/>
              <a:t>    </a:t>
            </a:r>
            <a:r>
              <a:rPr kumimoji="1" lang="mr-IN" altLang="zh-CN" sz="2000" dirty="0" err="1" smtClean="0"/>
              <a:t>for</a:t>
            </a:r>
            <a:r>
              <a:rPr kumimoji="1" lang="mr-IN" altLang="zh-CN" sz="2000" dirty="0" smtClean="0"/>
              <a:t> </a:t>
            </a:r>
            <a:r>
              <a:rPr kumimoji="1" lang="mr-IN" altLang="zh-CN" sz="2000" dirty="0"/>
              <a:t>(</a:t>
            </a:r>
            <a:r>
              <a:rPr kumimoji="1" lang="mr-IN" altLang="zh-CN" sz="2000" dirty="0" err="1"/>
              <a:t>int</a:t>
            </a:r>
            <a:r>
              <a:rPr kumimoji="1" lang="mr-IN" altLang="zh-CN" sz="2000" dirty="0"/>
              <a:t> </a:t>
            </a:r>
            <a:r>
              <a:rPr kumimoji="1" lang="mr-IN" altLang="zh-CN" sz="2000" dirty="0" err="1"/>
              <a:t>i</a:t>
            </a:r>
            <a:r>
              <a:rPr kumimoji="1" lang="mr-IN" altLang="zh-CN" sz="2000" dirty="0"/>
              <a:t> = 1, </a:t>
            </a:r>
            <a:r>
              <a:rPr kumimoji="1" lang="mr-IN" altLang="zh-CN" sz="2000" dirty="0" err="1"/>
              <a:t>j</a:t>
            </a:r>
            <a:r>
              <a:rPr kumimoji="1" lang="mr-IN" altLang="zh-CN" sz="2000" dirty="0"/>
              <a:t> = </a:t>
            </a:r>
            <a:r>
              <a:rPr kumimoji="1" lang="mr-IN" altLang="zh-CN" sz="2000" dirty="0" err="1"/>
              <a:t>len</a:t>
            </a:r>
            <a:r>
              <a:rPr kumimoji="1" lang="mr-IN" altLang="zh-CN" sz="2000" dirty="0"/>
              <a:t>; </a:t>
            </a:r>
            <a:r>
              <a:rPr kumimoji="1" lang="mr-IN" altLang="zh-CN" sz="2000" dirty="0" err="1"/>
              <a:t>j</a:t>
            </a:r>
            <a:r>
              <a:rPr kumimoji="1" lang="mr-IN" altLang="zh-CN" sz="2000" dirty="0"/>
              <a:t> &lt;= </a:t>
            </a:r>
            <a:r>
              <a:rPr kumimoji="1" lang="mr-IN" altLang="zh-CN" sz="2000" dirty="0" err="1"/>
              <a:t>n</a:t>
            </a:r>
            <a:r>
              <a:rPr kumimoji="1" lang="mr-IN" altLang="zh-CN" sz="2000" dirty="0"/>
              <a:t>; </a:t>
            </a:r>
            <a:r>
              <a:rPr kumimoji="1" lang="mr-IN" altLang="zh-CN" sz="2000" dirty="0" err="1"/>
              <a:t>i</a:t>
            </a:r>
            <a:r>
              <a:rPr kumimoji="1" lang="mr-IN" altLang="zh-CN" sz="2000" dirty="0"/>
              <a:t>++, </a:t>
            </a:r>
            <a:r>
              <a:rPr kumimoji="1" lang="mr-IN" altLang="zh-CN" sz="2000" dirty="0" err="1"/>
              <a:t>j</a:t>
            </a:r>
            <a:r>
              <a:rPr kumimoji="1" lang="mr-IN" altLang="zh-CN" sz="2000" dirty="0" err="1" smtClean="0"/>
              <a:t>++</a:t>
            </a:r>
            <a:r>
              <a:rPr kumimoji="1" lang="mr-IN" altLang="zh-CN" sz="2000" dirty="0" smtClean="0"/>
              <a:t>) { </a:t>
            </a:r>
            <a:endParaRPr kumimoji="1" lang="en-US" altLang="zh-CN" sz="2000" dirty="0" smtClean="0"/>
          </a:p>
          <a:p>
            <a:pPr marL="0" indent="0">
              <a:buNone/>
            </a:pPr>
            <a:r>
              <a:rPr kumimoji="1" lang="zh-CN" altLang="en-US" sz="2000" dirty="0" smtClean="0"/>
              <a:t>        </a:t>
            </a:r>
            <a:r>
              <a:rPr kumimoji="1" lang="mr-IN" altLang="zh-CN" sz="2000" dirty="0" smtClean="0"/>
              <a:t>//</a:t>
            </a:r>
            <a:r>
              <a:rPr kumimoji="1" lang="zh-CN" altLang="mr-IN" sz="2000" dirty="0"/>
              <a:t>区</a:t>
            </a:r>
            <a:r>
              <a:rPr kumimoji="1" lang="mr-IN" altLang="zh-CN" sz="2000" dirty="0"/>
              <a:t>[</a:t>
            </a:r>
            <a:r>
              <a:rPr kumimoji="1" lang="mr-IN" altLang="zh-CN" sz="2000" dirty="0" err="1"/>
              <a:t>i,j</a:t>
            </a:r>
            <a:r>
              <a:rPr kumimoji="1" lang="mr-IN" altLang="zh-CN" sz="2000" dirty="0"/>
              <a:t>] </a:t>
            </a:r>
            <a:r>
              <a:rPr kumimoji="1" lang="mr-IN" altLang="zh-CN" sz="2000" dirty="0" smtClean="0"/>
              <a:t>       </a:t>
            </a:r>
            <a:endParaRPr kumimoji="1" lang="en-US" altLang="zh-CN" sz="2000" dirty="0" smtClean="0"/>
          </a:p>
          <a:p>
            <a:pPr marL="0" indent="0">
              <a:buNone/>
            </a:pPr>
            <a:r>
              <a:rPr kumimoji="1" lang="zh-CN" altLang="en-US" sz="2000" dirty="0" smtClean="0"/>
              <a:t>        </a:t>
            </a:r>
            <a:r>
              <a:rPr kumimoji="1" lang="mr-IN" altLang="zh-CN" sz="2000" dirty="0" smtClean="0"/>
              <a:t>//</a:t>
            </a:r>
            <a:r>
              <a:rPr kumimoji="1" lang="mr-IN" altLang="zh-CN" sz="2000" dirty="0"/>
              <a:t>DP</a:t>
            </a:r>
            <a:r>
              <a:rPr kumimoji="1" lang="zh-CN" altLang="mr-IN" sz="2000" dirty="0"/>
              <a:t>方程实现    </a:t>
            </a:r>
            <a:endParaRPr kumimoji="1" lang="en-US" altLang="zh-CN" sz="2000" dirty="0" smtClean="0"/>
          </a:p>
          <a:p>
            <a:pPr marL="0" indent="0">
              <a:buNone/>
            </a:pPr>
            <a:r>
              <a:rPr kumimoji="1" lang="zh-CN" altLang="en-US" sz="2000" dirty="0" smtClean="0"/>
              <a:t>    </a:t>
            </a:r>
            <a:r>
              <a:rPr kumimoji="1" lang="mr-IN" altLang="zh-CN" sz="2000" dirty="0" smtClean="0"/>
              <a:t>}</a:t>
            </a:r>
            <a:endParaRPr kumimoji="1" lang="en-US" altLang="zh-CN" sz="2000" dirty="0" smtClean="0"/>
          </a:p>
          <a:p>
            <a:pPr marL="0" indent="0">
              <a:buNone/>
            </a:pPr>
            <a:r>
              <a:rPr kumimoji="1" lang="mr-IN" altLang="zh-CN" sz="2000" dirty="0" smtClean="0"/>
              <a:t>}</a:t>
            </a:r>
            <a:endParaRPr kumimoji="1" lang="mr-I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65930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合并</a:t>
            </a:r>
            <a:r>
              <a:rPr lang="zh-CN" altLang="en-US" b="1" dirty="0"/>
              <a:t>果子</a:t>
            </a:r>
            <a:br>
              <a:rPr lang="zh-CN" altLang="en-US" b="1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000" dirty="0"/>
              <a:t>在一个果园里，多多已经将所有的果子打了下来，而且按果子的不同种类分成了不同的堆。多多决定把所有的果子合成一堆。</a:t>
            </a:r>
          </a:p>
          <a:p>
            <a:pPr marL="0" indent="0">
              <a:buNone/>
            </a:pPr>
            <a:r>
              <a:rPr lang="zh-CN" altLang="en-US" sz="2000" dirty="0"/>
              <a:t>每一次合并，多多可以把两堆果子合并到一起，消耗的体力等于两堆果子的重量之和。可以看出，所有的果子经过 </a:t>
            </a:r>
            <a:r>
              <a:rPr lang="en-US" altLang="zh-CN" sz="2000" dirty="0" smtClean="0"/>
              <a:t>n-1</a:t>
            </a:r>
            <a:r>
              <a:rPr lang="zh-CN" altLang="en-US" sz="2000" dirty="0"/>
              <a:t> 次合并之后， 就只剩下一堆了。多多在合并果子时总共消耗的体力等于每次合并所耗体力之和。</a:t>
            </a:r>
          </a:p>
          <a:p>
            <a:pPr marL="0" indent="0">
              <a:buNone/>
            </a:pPr>
            <a:r>
              <a:rPr lang="zh-CN" altLang="en-US" sz="2000" dirty="0"/>
              <a:t>因为还要花大力气把这些果子搬回家，所以多多在合并果子时要尽可能地节省体力。假定每个果子重量都为 </a:t>
            </a:r>
            <a:r>
              <a:rPr lang="en-US" altLang="zh-CN" sz="2000" dirty="0" smtClean="0"/>
              <a:t>1</a:t>
            </a:r>
            <a:r>
              <a:rPr lang="zh-CN" altLang="en-US" sz="2000" dirty="0"/>
              <a:t> </a:t>
            </a:r>
            <a:r>
              <a:rPr lang="en-US" altLang="zh-CN" sz="2000" dirty="0" smtClean="0"/>
              <a:t>,</a:t>
            </a:r>
            <a:r>
              <a:rPr lang="zh-CN" altLang="en-US" sz="2000" dirty="0" smtClean="0"/>
              <a:t>并且</a:t>
            </a:r>
            <a:r>
              <a:rPr lang="zh-CN" altLang="en-US" sz="2000" dirty="0"/>
              <a:t>已知果子的种类 数和每种果子的数目，你的任务是设计出合并的次序方案，使多多耗费的体力最少，并输出这个最小的体力耗费值。</a:t>
            </a:r>
          </a:p>
          <a:p>
            <a:pPr marL="0" indent="0">
              <a:buNone/>
            </a:pPr>
            <a:r>
              <a:rPr lang="zh-CN" altLang="en-US" sz="2000" dirty="0"/>
              <a:t>例如有 </a:t>
            </a:r>
            <a:r>
              <a:rPr lang="en-US" altLang="zh-CN" sz="2000" dirty="0" smtClean="0"/>
              <a:t>3</a:t>
            </a:r>
            <a:r>
              <a:rPr lang="zh-CN" altLang="en-US" sz="2000" dirty="0"/>
              <a:t> 种果子，数目依次</a:t>
            </a:r>
            <a:r>
              <a:rPr lang="zh-CN" altLang="en-US" sz="2000" dirty="0" smtClean="0"/>
              <a:t>为</a:t>
            </a:r>
            <a:r>
              <a:rPr lang="en-US" altLang="zh-CN" sz="2000" dirty="0" smtClean="0"/>
              <a:t>1,2,9</a:t>
            </a:r>
            <a:r>
              <a:rPr lang="zh-CN" altLang="en-US" sz="2000" dirty="0" smtClean="0"/>
              <a:t>。可以</a:t>
            </a:r>
            <a:r>
              <a:rPr lang="zh-CN" altLang="en-US" sz="2000" dirty="0"/>
              <a:t>先</a:t>
            </a:r>
            <a:r>
              <a:rPr lang="zh-CN" altLang="en-US" sz="2000" dirty="0" smtClean="0"/>
              <a:t>将</a:t>
            </a:r>
            <a:r>
              <a:rPr lang="en-US" altLang="zh-CN" sz="2000" dirty="0" smtClean="0"/>
              <a:t>1,2</a:t>
            </a:r>
            <a:r>
              <a:rPr lang="zh-CN" altLang="en-US" sz="2000" dirty="0"/>
              <a:t> 堆合并，新堆数目</a:t>
            </a:r>
            <a:r>
              <a:rPr lang="zh-CN" altLang="en-US" sz="2000" dirty="0" smtClean="0"/>
              <a:t>为</a:t>
            </a:r>
            <a:r>
              <a:rPr lang="en-US" altLang="zh-CN" sz="2000" dirty="0" smtClean="0"/>
              <a:t>3,</a:t>
            </a:r>
            <a:r>
              <a:rPr lang="zh-CN" altLang="en-US" sz="2000" dirty="0" smtClean="0"/>
              <a:t>耗费</a:t>
            </a:r>
            <a:r>
              <a:rPr lang="zh-CN" altLang="en-US" sz="2000" dirty="0"/>
              <a:t>体力为 </a:t>
            </a:r>
            <a:r>
              <a:rPr lang="en-US" altLang="zh-CN" sz="2000" dirty="0" smtClean="0"/>
              <a:t>3</a:t>
            </a:r>
            <a:r>
              <a:rPr lang="zh-CN" altLang="en-US" sz="2000" dirty="0"/>
              <a:t> 。接着，将新堆与原先的第三堆合并，又得到新的堆，数目为 </a:t>
            </a:r>
            <a:r>
              <a:rPr lang="en-US" altLang="zh-CN" sz="2000" dirty="0" smtClean="0"/>
              <a:t>12</a:t>
            </a:r>
            <a:r>
              <a:rPr lang="zh-CN" altLang="en-US" sz="2000" dirty="0"/>
              <a:t> </a:t>
            </a:r>
            <a:r>
              <a:rPr lang="en-US" altLang="zh-CN" sz="2000" dirty="0"/>
              <a:t>,</a:t>
            </a:r>
            <a:r>
              <a:rPr lang="zh-CN" altLang="en-US" sz="2000" dirty="0" smtClean="0"/>
              <a:t>耗费</a:t>
            </a:r>
            <a:r>
              <a:rPr lang="zh-CN" altLang="en-US" sz="2000" dirty="0"/>
              <a:t>体力为 </a:t>
            </a:r>
            <a:r>
              <a:rPr lang="en-US" altLang="zh-CN" sz="2000" dirty="0" smtClean="0"/>
              <a:t>12</a:t>
            </a:r>
            <a:r>
              <a:rPr lang="zh-CN" altLang="en-US" sz="2000" dirty="0"/>
              <a:t> 。所以多多总共耗费体力 </a:t>
            </a:r>
            <a:r>
              <a:rPr lang="en-US" altLang="zh-CN" sz="2000" dirty="0"/>
              <a:t>=3+12=15=3+12=15</a:t>
            </a:r>
            <a:r>
              <a:rPr lang="zh-CN" altLang="en-US" sz="2000" dirty="0"/>
              <a:t>。可以证明 </a:t>
            </a:r>
            <a:r>
              <a:rPr lang="en-US" altLang="zh-CN" sz="2000" dirty="0" smtClean="0"/>
              <a:t>15</a:t>
            </a:r>
            <a:r>
              <a:rPr lang="zh-CN" altLang="en-US" sz="2000" dirty="0"/>
              <a:t> 为最小的体力耗费值。</a:t>
            </a:r>
          </a:p>
          <a:p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60593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b="1" dirty="0" smtClean="0"/>
              <a:t>输入</a:t>
            </a:r>
            <a:r>
              <a:rPr lang="zh-CN" altLang="en-US" sz="1800" b="1" dirty="0"/>
              <a:t>格式</a:t>
            </a:r>
            <a:r>
              <a:rPr lang="zh-CN" altLang="en-US" sz="1800" b="1" dirty="0" smtClean="0"/>
              <a:t>：</a:t>
            </a:r>
            <a:endParaRPr lang="zh-CN" altLang="en-US" sz="1800" dirty="0"/>
          </a:p>
          <a:p>
            <a:r>
              <a:rPr lang="zh-CN" altLang="en-US" sz="1800" dirty="0"/>
              <a:t>共两行。</a:t>
            </a:r>
            <a:br>
              <a:rPr lang="zh-CN" altLang="en-US" sz="1800" dirty="0"/>
            </a:br>
            <a:r>
              <a:rPr lang="zh-CN" altLang="en-US" sz="1800" dirty="0"/>
              <a:t>第一行是一个整数 </a:t>
            </a:r>
            <a:r>
              <a:rPr lang="en-US" altLang="zh-CN" sz="1800" dirty="0" smtClean="0"/>
              <a:t>n(1</a:t>
            </a:r>
            <a:r>
              <a:rPr lang="en-US" altLang="zh-CN" sz="1800" dirty="0"/>
              <a:t>≤</a:t>
            </a:r>
            <a:r>
              <a:rPr lang="en-US" altLang="zh-CN" sz="1800" i="1" dirty="0"/>
              <a:t>n</a:t>
            </a:r>
            <a:r>
              <a:rPr lang="zh-CN" altLang="en-US" sz="1800" dirty="0"/>
              <a:t>≤</a:t>
            </a:r>
            <a:r>
              <a:rPr lang="en-US" altLang="zh-CN" sz="1800" dirty="0"/>
              <a:t>10000)</a:t>
            </a:r>
            <a:r>
              <a:rPr lang="zh-CN" altLang="en-US" sz="1800" dirty="0"/>
              <a:t> ，表示果子的种类数。</a:t>
            </a:r>
          </a:p>
          <a:p>
            <a:r>
              <a:rPr lang="zh-CN" altLang="en-US" sz="1800" dirty="0"/>
              <a:t>第二行包含 </a:t>
            </a:r>
            <a:r>
              <a:rPr lang="en-US" altLang="zh-CN" sz="1800" dirty="0" smtClean="0"/>
              <a:t>n</a:t>
            </a:r>
            <a:r>
              <a:rPr lang="zh-CN" altLang="en-US" sz="1800" dirty="0" smtClean="0"/>
              <a:t>个</a:t>
            </a:r>
            <a:r>
              <a:rPr lang="zh-CN" altLang="en-US" sz="1800" dirty="0"/>
              <a:t>整数，用空格分隔，第 </a:t>
            </a:r>
            <a:r>
              <a:rPr lang="en-US" altLang="zh-CN" sz="1800" dirty="0" err="1" smtClean="0"/>
              <a:t>i</a:t>
            </a:r>
            <a:r>
              <a:rPr lang="zh-CN" altLang="en-US" sz="1800" dirty="0" smtClean="0"/>
              <a:t>个整数</a:t>
            </a:r>
            <a:r>
              <a:rPr lang="en-US" altLang="zh-CN" sz="1800" i="1" dirty="0" err="1" smtClean="0"/>
              <a:t>ai</a:t>
            </a:r>
            <a:r>
              <a:rPr lang="zh-CN" altLang="en-US" sz="1800" dirty="0"/>
              <a:t>​</a:t>
            </a:r>
            <a:r>
              <a:rPr lang="en-US" altLang="zh-CN" sz="1800" dirty="0"/>
              <a:t>(1≤</a:t>
            </a:r>
            <a:r>
              <a:rPr lang="en-US" altLang="zh-CN" sz="1800" i="1" dirty="0"/>
              <a:t>ai</a:t>
            </a:r>
            <a:r>
              <a:rPr lang="zh-CN" altLang="en-US" sz="1800" dirty="0"/>
              <a:t>​≤</a:t>
            </a:r>
            <a:r>
              <a:rPr lang="en-US" altLang="zh-CN" sz="1800" dirty="0"/>
              <a:t>20000)</a:t>
            </a:r>
            <a:r>
              <a:rPr lang="zh-CN" altLang="en-US" sz="1800" dirty="0"/>
              <a:t> 是第 </a:t>
            </a:r>
            <a:r>
              <a:rPr lang="en-US" altLang="zh-CN" sz="1800" dirty="0" err="1" smtClean="0"/>
              <a:t>i</a:t>
            </a:r>
            <a:r>
              <a:rPr lang="zh-CN" altLang="en-US" sz="1800" dirty="0"/>
              <a:t> 种果子的数目。</a:t>
            </a:r>
          </a:p>
          <a:p>
            <a:r>
              <a:rPr lang="zh-CN" altLang="en-US" sz="1800" b="1" dirty="0"/>
              <a:t>输出格式</a:t>
            </a:r>
            <a:r>
              <a:rPr lang="zh-CN" altLang="en-US" sz="1800" b="1" dirty="0" smtClean="0"/>
              <a:t>：</a:t>
            </a:r>
            <a:endParaRPr lang="zh-CN" altLang="en-US" sz="1800" dirty="0"/>
          </a:p>
          <a:p>
            <a:r>
              <a:rPr lang="zh-CN" altLang="en-US" sz="1800" dirty="0"/>
              <a:t>一个整数，也就是最小的体力耗费值。输入数据保证这个值小于 </a:t>
            </a:r>
            <a:r>
              <a:rPr lang="en-US" altLang="zh-CN" sz="1800" dirty="0" smtClean="0"/>
              <a:t>2^31</a:t>
            </a:r>
            <a:r>
              <a:rPr lang="zh-CN" altLang="en-US" sz="1800" dirty="0"/>
              <a:t> 。</a:t>
            </a:r>
          </a:p>
          <a:p>
            <a:r>
              <a:rPr lang="zh-CN" altLang="en-US" sz="1800" b="1" dirty="0"/>
              <a:t>输入输出样例</a:t>
            </a:r>
          </a:p>
          <a:p>
            <a:r>
              <a:rPr lang="zh-CN" altLang="en-US" sz="1800" b="1" dirty="0"/>
              <a:t>输入样例</a:t>
            </a:r>
            <a:r>
              <a:rPr lang="en-US" altLang="zh-CN" sz="1800" b="1" dirty="0"/>
              <a:t>#1</a:t>
            </a:r>
            <a:r>
              <a:rPr lang="zh-CN" altLang="en-US" sz="1800" b="1" dirty="0"/>
              <a:t>：</a:t>
            </a:r>
            <a:r>
              <a:rPr lang="zh-CN" altLang="en-US" sz="1800" dirty="0"/>
              <a:t> </a:t>
            </a:r>
            <a:endParaRPr lang="en-US" altLang="zh-CN" sz="1800" b="1" dirty="0"/>
          </a:p>
          <a:p>
            <a:r>
              <a:rPr lang="en-US" altLang="zh-CN" sz="1800" dirty="0" smtClean="0"/>
              <a:t>3 </a:t>
            </a:r>
            <a:r>
              <a:rPr lang="en-US" altLang="zh-CN" sz="1800" dirty="0"/>
              <a:t>1 2 9 </a:t>
            </a:r>
          </a:p>
          <a:p>
            <a:r>
              <a:rPr lang="zh-CN" altLang="en-US" sz="1800" b="1" dirty="0"/>
              <a:t>输出样例</a:t>
            </a:r>
            <a:r>
              <a:rPr lang="en-US" altLang="zh-CN" sz="1800" b="1" dirty="0"/>
              <a:t>#1</a:t>
            </a:r>
            <a:r>
              <a:rPr lang="zh-CN" altLang="en-US" sz="1800" b="1" dirty="0"/>
              <a:t>：</a:t>
            </a:r>
            <a:r>
              <a:rPr lang="zh-CN" altLang="en-US" sz="1800" dirty="0"/>
              <a:t> </a:t>
            </a:r>
            <a:endParaRPr lang="en-US" altLang="zh-CN" sz="1800" b="1" dirty="0"/>
          </a:p>
          <a:p>
            <a:r>
              <a:rPr lang="en-US" altLang="zh-CN" sz="1800" dirty="0" smtClean="0"/>
              <a:t>15 </a:t>
            </a:r>
            <a:endParaRPr lang="en-US" altLang="zh-CN" sz="1800" dirty="0"/>
          </a:p>
          <a:p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088795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题解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mr-IN" dirty="0"/>
              <a:t>规定</a:t>
            </a:r>
            <a:r>
              <a:rPr lang="mr-IN" altLang="zh-CN" dirty="0" err="1"/>
              <a:t>dp</a:t>
            </a:r>
            <a:r>
              <a:rPr lang="mr-IN" altLang="zh-CN" dirty="0"/>
              <a:t>[</a:t>
            </a:r>
            <a:r>
              <a:rPr lang="mr-IN" altLang="zh-CN" dirty="0" err="1"/>
              <a:t>i</a:t>
            </a:r>
            <a:r>
              <a:rPr lang="mr-IN" altLang="zh-CN" dirty="0"/>
              <a:t>][</a:t>
            </a:r>
            <a:r>
              <a:rPr lang="mr-IN" altLang="zh-CN" dirty="0" err="1"/>
              <a:t>j</a:t>
            </a:r>
            <a:r>
              <a:rPr lang="mr-IN" altLang="zh-CN" dirty="0"/>
              <a:t>]</a:t>
            </a:r>
            <a:r>
              <a:rPr lang="zh-CN" altLang="mr-IN" dirty="0"/>
              <a:t>为合并第</a:t>
            </a:r>
            <a:r>
              <a:rPr lang="mr-IN" altLang="zh-CN" dirty="0" err="1"/>
              <a:t>i</a:t>
            </a:r>
            <a:r>
              <a:rPr lang="zh-CN" altLang="mr-IN" dirty="0"/>
              <a:t>堆到第</a:t>
            </a:r>
            <a:r>
              <a:rPr lang="mr-IN" altLang="zh-CN" dirty="0" err="1"/>
              <a:t>j</a:t>
            </a:r>
            <a:r>
              <a:rPr lang="zh-CN" altLang="mr-IN" dirty="0"/>
              <a:t>堆的最小花费 </a:t>
            </a:r>
            <a:r>
              <a:rPr lang="mr-IN" altLang="zh-CN" dirty="0"/>
              <a:t/>
            </a:r>
            <a:br>
              <a:rPr lang="mr-IN" altLang="zh-CN" dirty="0"/>
            </a:br>
            <a:r>
              <a:rPr lang="mr-IN" altLang="zh-CN" dirty="0"/>
              <a:t>DP</a:t>
            </a:r>
            <a:r>
              <a:rPr lang="zh-CN" altLang="mr-IN" dirty="0"/>
              <a:t>方程为： </a:t>
            </a:r>
            <a:r>
              <a:rPr lang="mr-IN" altLang="zh-CN" dirty="0"/>
              <a:t/>
            </a:r>
            <a:br>
              <a:rPr lang="mr-IN" altLang="zh-CN" dirty="0"/>
            </a:br>
            <a:r>
              <a:rPr lang="mr-IN" altLang="zh-CN" dirty="0" err="1"/>
              <a:t>dp</a:t>
            </a:r>
            <a:r>
              <a:rPr lang="mr-IN" altLang="zh-CN" dirty="0"/>
              <a:t>[</a:t>
            </a:r>
            <a:r>
              <a:rPr lang="mr-IN" altLang="zh-CN" dirty="0" err="1"/>
              <a:t>i</a:t>
            </a:r>
            <a:r>
              <a:rPr lang="mr-IN" altLang="zh-CN" dirty="0"/>
              <a:t>][</a:t>
            </a:r>
            <a:r>
              <a:rPr lang="mr-IN" altLang="zh-CN" dirty="0" err="1"/>
              <a:t>j</a:t>
            </a:r>
            <a:r>
              <a:rPr lang="mr-IN" altLang="zh-CN" dirty="0"/>
              <a:t>] = </a:t>
            </a:r>
            <a:r>
              <a:rPr lang="mr-IN" altLang="zh-CN" dirty="0" err="1"/>
              <a:t>min</a:t>
            </a:r>
            <a:r>
              <a:rPr lang="mr-IN" altLang="zh-CN" dirty="0"/>
              <a:t>(</a:t>
            </a:r>
            <a:r>
              <a:rPr lang="mr-IN" altLang="zh-CN" dirty="0" err="1"/>
              <a:t>dp</a:t>
            </a:r>
            <a:r>
              <a:rPr lang="mr-IN" altLang="zh-CN" dirty="0"/>
              <a:t>[</a:t>
            </a:r>
            <a:r>
              <a:rPr lang="mr-IN" altLang="zh-CN" dirty="0" err="1"/>
              <a:t>i</a:t>
            </a:r>
            <a:r>
              <a:rPr lang="mr-IN" altLang="zh-CN" dirty="0"/>
              <a:t>][</a:t>
            </a:r>
            <a:r>
              <a:rPr lang="mr-IN" altLang="zh-CN" dirty="0" err="1"/>
              <a:t>k</a:t>
            </a:r>
            <a:r>
              <a:rPr lang="mr-IN" altLang="zh-CN" dirty="0"/>
              <a:t>] + </a:t>
            </a:r>
            <a:r>
              <a:rPr lang="mr-IN" altLang="zh-CN" dirty="0" err="1"/>
              <a:t>dp</a:t>
            </a:r>
            <a:r>
              <a:rPr lang="mr-IN" altLang="zh-CN" dirty="0"/>
              <a:t>[k+1][</a:t>
            </a:r>
            <a:r>
              <a:rPr lang="mr-IN" altLang="zh-CN" dirty="0" err="1"/>
              <a:t>j</a:t>
            </a:r>
            <a:r>
              <a:rPr lang="mr-IN" altLang="zh-CN" dirty="0"/>
              <a:t>]) + </a:t>
            </a:r>
            <a:r>
              <a:rPr lang="mr-IN" altLang="zh-CN" dirty="0" err="1"/>
              <a:t>sum</a:t>
            </a:r>
            <a:r>
              <a:rPr lang="mr-IN" altLang="zh-CN" dirty="0"/>
              <a:t>[</a:t>
            </a:r>
            <a:r>
              <a:rPr lang="mr-IN" altLang="zh-CN" dirty="0" err="1"/>
              <a:t>j</a:t>
            </a:r>
            <a:r>
              <a:rPr lang="mr-IN" altLang="zh-CN" dirty="0"/>
              <a:t>] - </a:t>
            </a:r>
            <a:r>
              <a:rPr lang="mr-IN" altLang="zh-CN" dirty="0" err="1"/>
              <a:t>sum</a:t>
            </a:r>
            <a:r>
              <a:rPr lang="mr-IN" altLang="zh-CN" dirty="0"/>
              <a:t>[i-1] (</a:t>
            </a:r>
            <a:r>
              <a:rPr lang="mr-IN" altLang="zh-CN" dirty="0" err="1"/>
              <a:t>i</a:t>
            </a:r>
            <a:r>
              <a:rPr lang="mr-IN" altLang="zh-CN" dirty="0"/>
              <a:t> &lt;= </a:t>
            </a:r>
            <a:r>
              <a:rPr lang="mr-IN" altLang="zh-CN" dirty="0" err="1"/>
              <a:t>k</a:t>
            </a:r>
            <a:r>
              <a:rPr lang="mr-IN" altLang="zh-CN" dirty="0"/>
              <a:t> &lt; </a:t>
            </a:r>
            <a:r>
              <a:rPr lang="mr-IN" altLang="zh-CN" dirty="0" err="1"/>
              <a:t>j</a:t>
            </a:r>
            <a:r>
              <a:rPr lang="mr-IN" altLang="zh-CN" dirty="0"/>
              <a:t>)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54" y="3291332"/>
            <a:ext cx="7749286" cy="302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148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CheapestPalindrome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 smtClean="0"/>
              <a:t>题目链接：</a:t>
            </a:r>
            <a:r>
              <a:rPr kumimoji="1" lang="en-US" altLang="zh-CN" dirty="0"/>
              <a:t> </a:t>
            </a:r>
            <a:r>
              <a:rPr kumimoji="1" lang="en-US" altLang="zh-CN" dirty="0">
                <a:hlinkClick r:id="rId2"/>
              </a:rPr>
              <a:t>http://</a:t>
            </a:r>
            <a:r>
              <a:rPr kumimoji="1" lang="en-US" altLang="zh-CN" dirty="0" smtClean="0">
                <a:hlinkClick r:id="rId2"/>
              </a:rPr>
              <a:t>poj.org/problem?id=3280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r>
              <a:rPr kumimoji="1" lang="zh-CN" altLang="en-US" dirty="0" smtClean="0"/>
              <a:t>题目大意：</a:t>
            </a:r>
            <a:endParaRPr kumimoji="1" lang="en-US" altLang="zh-CN" dirty="0" smtClean="0"/>
          </a:p>
          <a:p>
            <a:r>
              <a:rPr lang="zh-CN" altLang="en-US" dirty="0"/>
              <a:t>给你长度为</a:t>
            </a:r>
            <a:r>
              <a:rPr lang="en-US" altLang="zh-CN" dirty="0"/>
              <a:t>m</a:t>
            </a:r>
            <a:r>
              <a:rPr lang="zh-CN" altLang="en-US" dirty="0"/>
              <a:t>的字符串，其中有</a:t>
            </a:r>
            <a:r>
              <a:rPr lang="en-US" altLang="zh-CN" dirty="0"/>
              <a:t>n</a:t>
            </a:r>
            <a:r>
              <a:rPr lang="zh-CN" altLang="en-US" dirty="0"/>
              <a:t>种字符，每种字符都有两个值，分别是插入这个字符的代价，删除这个字符的代价，让你求将原先给出的那串字符变成一个回文串的最小代价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745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题解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 err="1"/>
              <a:t>dp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][j]</a:t>
            </a:r>
            <a:r>
              <a:rPr lang="zh-CN" altLang="en-US" sz="2000" dirty="0"/>
              <a:t>代表区间</a:t>
            </a:r>
            <a:r>
              <a:rPr lang="en-US" altLang="zh-CN" sz="2000" dirty="0" err="1"/>
              <a:t>i</a:t>
            </a:r>
            <a:r>
              <a:rPr lang="zh-CN" altLang="en-US" sz="2000" dirty="0"/>
              <a:t>到区间</a:t>
            </a:r>
            <a:r>
              <a:rPr lang="en-US" altLang="zh-CN" sz="2000" dirty="0"/>
              <a:t>j</a:t>
            </a:r>
            <a:r>
              <a:rPr lang="zh-CN" altLang="en-US" sz="2000" dirty="0"/>
              <a:t>成为回文串的最小代价，那么对于</a:t>
            </a:r>
            <a:r>
              <a:rPr lang="en-US" altLang="zh-CN" sz="2000" dirty="0" err="1"/>
              <a:t>dp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][j]</a:t>
            </a:r>
            <a:r>
              <a:rPr lang="zh-CN" altLang="en-US" sz="2000" dirty="0"/>
              <a:t>有三种情况：</a:t>
            </a:r>
          </a:p>
          <a:p>
            <a:pPr marL="0" indent="0">
              <a:buNone/>
            </a:pPr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dp</a:t>
            </a:r>
            <a:r>
              <a:rPr lang="en-US" altLang="zh-CN" sz="2000" dirty="0"/>
              <a:t>[i+1][j]</a:t>
            </a:r>
            <a:r>
              <a:rPr lang="zh-CN" altLang="en-US" sz="2000" dirty="0"/>
              <a:t>表示区间</a:t>
            </a:r>
            <a:r>
              <a:rPr lang="en-US" altLang="zh-CN" sz="2000" dirty="0" err="1"/>
              <a:t>i</a:t>
            </a:r>
            <a:r>
              <a:rPr lang="zh-CN" altLang="en-US" sz="2000" dirty="0"/>
              <a:t>到区间</a:t>
            </a:r>
            <a:r>
              <a:rPr lang="en-US" altLang="zh-CN" sz="2000" dirty="0"/>
              <a:t>j</a:t>
            </a:r>
            <a:r>
              <a:rPr lang="zh-CN" altLang="en-US" sz="2000" dirty="0"/>
              <a:t>已经是回文串了的最小代价，那么对于</a:t>
            </a:r>
            <a:r>
              <a:rPr lang="en-US" altLang="zh-CN" sz="2000" dirty="0"/>
              <a:t>s[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</a:t>
            </a:r>
            <a:r>
              <a:rPr lang="zh-CN" altLang="en-US" sz="2000" dirty="0"/>
              <a:t>这个字母，我们有两种操作，删除与添加，对应有两种代价，</a:t>
            </a:r>
            <a:r>
              <a:rPr lang="en-US" altLang="zh-CN" sz="2000" dirty="0" err="1"/>
              <a:t>dp</a:t>
            </a:r>
            <a:r>
              <a:rPr lang="en-US" altLang="zh-CN" sz="2000" dirty="0"/>
              <a:t>[i+1][j]+add[s[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]],</a:t>
            </a:r>
            <a:r>
              <a:rPr lang="en-US" altLang="zh-CN" sz="2000" dirty="0" err="1"/>
              <a:t>dp</a:t>
            </a:r>
            <a:r>
              <a:rPr lang="en-US" altLang="zh-CN" sz="2000" dirty="0"/>
              <a:t>[i+1][j]+del[s[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]]</a:t>
            </a:r>
            <a:r>
              <a:rPr lang="zh-CN" altLang="en-US" sz="2000" dirty="0"/>
              <a:t>，取这两种代价的最小值；</a:t>
            </a:r>
          </a:p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dp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][j-1]</a:t>
            </a:r>
            <a:r>
              <a:rPr lang="zh-CN" altLang="en-US" sz="2000" dirty="0"/>
              <a:t>表示区间</a:t>
            </a:r>
            <a:r>
              <a:rPr lang="en-US" altLang="zh-CN" sz="2000" dirty="0" err="1"/>
              <a:t>i</a:t>
            </a:r>
            <a:r>
              <a:rPr lang="zh-CN" altLang="en-US" sz="2000" dirty="0"/>
              <a:t>到区间</a:t>
            </a:r>
            <a:r>
              <a:rPr lang="en-US" altLang="zh-CN" sz="2000" dirty="0"/>
              <a:t>j-1</a:t>
            </a:r>
            <a:r>
              <a:rPr lang="zh-CN" altLang="en-US" sz="2000" dirty="0"/>
              <a:t>已经是回文串了的最小代价，那么对于</a:t>
            </a:r>
            <a:r>
              <a:rPr lang="en-US" altLang="zh-CN" sz="2000" dirty="0"/>
              <a:t>s[j]</a:t>
            </a:r>
            <a:r>
              <a:rPr lang="zh-CN" altLang="en-US" sz="2000" dirty="0"/>
              <a:t>这个字母，同样有两种操作，</a:t>
            </a:r>
            <a:r>
              <a:rPr lang="en-US" altLang="zh-CN" sz="2000" dirty="0" err="1"/>
              <a:t>dp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][j-1]+add[s[j]],</a:t>
            </a:r>
            <a:r>
              <a:rPr lang="en-US" altLang="zh-CN" sz="2000" dirty="0" err="1"/>
              <a:t>dp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][j-1]+del[s[j]]</a:t>
            </a:r>
            <a:r>
              <a:rPr lang="zh-CN" altLang="en-US" sz="2000" dirty="0"/>
              <a:t>，取最小值</a:t>
            </a:r>
          </a:p>
          <a:p>
            <a:pPr marL="0" indent="0">
              <a:buNone/>
            </a:pPr>
            <a:r>
              <a:rPr lang="en-US" altLang="zh-CN" sz="2000" dirty="0"/>
              <a:t>3</a:t>
            </a:r>
            <a:r>
              <a:rPr lang="zh-CN" altLang="en-US" sz="2000" dirty="0"/>
              <a:t>、若是</a:t>
            </a:r>
            <a:r>
              <a:rPr lang="en-US" altLang="zh-CN" sz="2000" dirty="0"/>
              <a:t>s[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]==s[j]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dp</a:t>
            </a:r>
            <a:r>
              <a:rPr lang="en-US" altLang="zh-CN" sz="2000" dirty="0"/>
              <a:t>[i+1][j-1]</a:t>
            </a:r>
            <a:r>
              <a:rPr lang="zh-CN" altLang="en-US" sz="2000" dirty="0"/>
              <a:t>表示区间</a:t>
            </a:r>
            <a:r>
              <a:rPr lang="en-US" altLang="zh-CN" sz="2000" dirty="0"/>
              <a:t>i+1</a:t>
            </a:r>
            <a:r>
              <a:rPr lang="zh-CN" altLang="en-US" sz="2000" dirty="0"/>
              <a:t>到区间</a:t>
            </a:r>
            <a:r>
              <a:rPr lang="en-US" altLang="zh-CN" sz="2000" dirty="0"/>
              <a:t>j-1</a:t>
            </a:r>
            <a:r>
              <a:rPr lang="zh-CN" altLang="en-US" sz="2000" dirty="0"/>
              <a:t>已经是回文串的最小代价，那么对于这种情况，我们考虑</a:t>
            </a:r>
            <a:r>
              <a:rPr lang="en-US" altLang="zh-CN" sz="2000" dirty="0" err="1"/>
              <a:t>dp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][j]</a:t>
            </a:r>
            <a:r>
              <a:rPr lang="zh-CN" altLang="en-US" sz="2000" dirty="0"/>
              <a:t>与</a:t>
            </a:r>
            <a:r>
              <a:rPr lang="en-US" altLang="zh-CN" sz="2000" dirty="0" err="1"/>
              <a:t>dp</a:t>
            </a:r>
            <a:r>
              <a:rPr lang="en-US" altLang="zh-CN" sz="2000" dirty="0"/>
              <a:t>[i+1][j-1]</a:t>
            </a:r>
            <a:r>
              <a:rPr lang="zh-CN" altLang="en-US" sz="2000" dirty="0"/>
              <a:t>的</a:t>
            </a:r>
            <a:r>
              <a:rPr lang="zh-CN" altLang="en-US" sz="2000" dirty="0" smtClean="0"/>
              <a:t>大小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然后</a:t>
            </a:r>
            <a:r>
              <a:rPr lang="en-US" altLang="zh-CN" sz="2000" dirty="0" err="1"/>
              <a:t>dp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][j]</a:t>
            </a:r>
            <a:r>
              <a:rPr lang="zh-CN" altLang="en-US" sz="2000" dirty="0"/>
              <a:t>取上面这些情况的</a:t>
            </a:r>
            <a:r>
              <a:rPr lang="zh-CN" altLang="en-US" sz="2000" dirty="0" smtClean="0"/>
              <a:t>最小值</a:t>
            </a:r>
            <a:endParaRPr lang="en-US" altLang="zh-CN" sz="2000" dirty="0"/>
          </a:p>
          <a:p>
            <a:pPr marL="0" indent="0">
              <a:buNone/>
            </a:pP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07838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示例代码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55" y="1115574"/>
            <a:ext cx="8843264" cy="534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8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Brackets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 smtClean="0"/>
              <a:t>题目链接：</a:t>
            </a:r>
            <a:r>
              <a:rPr kumimoji="1" lang="en-US" altLang="zh-CN" dirty="0"/>
              <a:t> </a:t>
            </a:r>
            <a:r>
              <a:rPr kumimoji="1" lang="en-US" altLang="zh-CN" dirty="0">
                <a:hlinkClick r:id="rId2"/>
              </a:rPr>
              <a:t>http://</a:t>
            </a:r>
            <a:r>
              <a:rPr kumimoji="1" lang="en-US" altLang="zh-CN" dirty="0" smtClean="0">
                <a:hlinkClick r:id="rId2"/>
              </a:rPr>
              <a:t>poj.org/problem?id=2955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r>
              <a:rPr kumimoji="1" lang="zh-CN" altLang="en-US" dirty="0" smtClean="0"/>
              <a:t>题目大意：</a:t>
            </a:r>
            <a:r>
              <a:rPr lang="zh-CN" altLang="en-US" dirty="0" smtClean="0"/>
              <a:t>给</a:t>
            </a:r>
            <a:r>
              <a:rPr lang="zh-CN" altLang="en-US" dirty="0"/>
              <a:t>你一串</a:t>
            </a:r>
            <a:r>
              <a:rPr lang="en-US" altLang="zh-CN" dirty="0"/>
              <a:t>()[]</a:t>
            </a:r>
            <a:r>
              <a:rPr lang="zh-CN" altLang="en-US" dirty="0"/>
              <a:t>括号，要你求出这串括号的最大匹配个数，如</a:t>
            </a:r>
            <a:r>
              <a:rPr lang="en-US" altLang="zh-CN" dirty="0"/>
              <a:t>'('</a:t>
            </a:r>
            <a:r>
              <a:rPr lang="zh-CN" altLang="en-US" dirty="0"/>
              <a:t>与</a:t>
            </a:r>
            <a:r>
              <a:rPr lang="en-US" altLang="zh-CN" dirty="0"/>
              <a:t>')'</a:t>
            </a:r>
            <a:r>
              <a:rPr lang="zh-CN" altLang="en-US" dirty="0"/>
              <a:t>匹配，为</a:t>
            </a:r>
            <a:r>
              <a:rPr lang="en-US" altLang="zh-CN" dirty="0"/>
              <a:t>2</a:t>
            </a:r>
            <a:r>
              <a:rPr lang="zh-CN" altLang="en-US" dirty="0"/>
              <a:t>个，</a:t>
            </a:r>
            <a:r>
              <a:rPr lang="en-US" altLang="zh-CN" dirty="0"/>
              <a:t>'['</a:t>
            </a:r>
            <a:r>
              <a:rPr lang="zh-CN" altLang="en-US" dirty="0"/>
              <a:t>与</a:t>
            </a:r>
            <a:r>
              <a:rPr lang="en-US" altLang="zh-CN" dirty="0"/>
              <a:t>']'</a:t>
            </a:r>
            <a:r>
              <a:rPr lang="zh-CN" altLang="en-US" dirty="0"/>
              <a:t>匹配，为</a:t>
            </a:r>
            <a:r>
              <a:rPr lang="en-US" altLang="zh-CN" dirty="0"/>
              <a:t>2</a:t>
            </a:r>
            <a:r>
              <a:rPr lang="zh-CN" altLang="en-US" dirty="0"/>
              <a:t>个，其他不能匹配</a:t>
            </a:r>
            <a:r>
              <a:rPr lang="en-US" altLang="zh-CN" dirty="0"/>
              <a:t>.......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6840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思路讲解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 smtClean="0"/>
              <a:t>dp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/>
              <a:t>][j]</a:t>
            </a:r>
            <a:r>
              <a:rPr lang="zh-CN" altLang="en-US" dirty="0"/>
              <a:t>代表从区间</a:t>
            </a:r>
            <a:r>
              <a:rPr lang="en-US" altLang="zh-CN" dirty="0" err="1"/>
              <a:t>i</a:t>
            </a:r>
            <a:r>
              <a:rPr lang="zh-CN" altLang="en-US" dirty="0"/>
              <a:t>到区间</a:t>
            </a:r>
            <a:r>
              <a:rPr lang="en-US" altLang="zh-CN" dirty="0"/>
              <a:t>j</a:t>
            </a:r>
            <a:r>
              <a:rPr lang="zh-CN" altLang="en-US" dirty="0"/>
              <a:t>所匹配的括号的最大个数，首先，假设不匹配，那么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][j]=</a:t>
            </a:r>
            <a:r>
              <a:rPr lang="en-US" altLang="zh-CN" dirty="0" err="1"/>
              <a:t>dp</a:t>
            </a:r>
            <a:r>
              <a:rPr lang="en-US" altLang="zh-CN" dirty="0"/>
              <a:t>[i+1][j]</a:t>
            </a:r>
            <a:r>
              <a:rPr lang="zh-CN" altLang="en-US" dirty="0"/>
              <a:t>；然后查找</a:t>
            </a:r>
            <a:r>
              <a:rPr lang="en-US" altLang="zh-CN" dirty="0"/>
              <a:t>i+1~~j</a:t>
            </a:r>
            <a:r>
              <a:rPr lang="zh-CN" altLang="en-US" dirty="0"/>
              <a:t>有木有与第</a:t>
            </a:r>
            <a:r>
              <a:rPr lang="en-US" altLang="zh-CN" dirty="0" err="1"/>
              <a:t>i</a:t>
            </a:r>
            <a:r>
              <a:rPr lang="zh-CN" altLang="en-US" dirty="0"/>
              <a:t>个括号匹配</a:t>
            </a:r>
            <a:r>
              <a:rPr lang="zh-CN" altLang="en-US" dirty="0" smtClean="0"/>
              <a:t>的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 smtClean="0"/>
              <a:t>假设存在：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err="1" smtClean="0"/>
              <a:t>dp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/>
              <a:t>][j]=max(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][j],</a:t>
            </a:r>
            <a:r>
              <a:rPr lang="en-US" altLang="zh-CN" dirty="0" err="1"/>
              <a:t>dp</a:t>
            </a:r>
            <a:r>
              <a:rPr lang="en-US" altLang="zh-CN" dirty="0"/>
              <a:t>[i+1][k-1]+</a:t>
            </a:r>
            <a:r>
              <a:rPr lang="en-US" altLang="zh-CN" dirty="0" err="1"/>
              <a:t>dp</a:t>
            </a:r>
            <a:r>
              <a:rPr lang="en-US" altLang="zh-CN" dirty="0"/>
              <a:t>[k][j]+2).....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124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示例代码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55" y="1250842"/>
            <a:ext cx="7827264" cy="467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13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作业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578555" y="1667318"/>
            <a:ext cx="11308645" cy="4348163"/>
          </a:xfrm>
        </p:spPr>
        <p:txBody>
          <a:bodyPr/>
          <a:lstStyle/>
          <a:p>
            <a:r>
              <a:rPr lang="en-US" altLang="zh-CN" dirty="0"/>
              <a:t>Light </a:t>
            </a:r>
            <a:r>
              <a:rPr lang="en-US" altLang="zh-CN" dirty="0" err="1"/>
              <a:t>oj</a:t>
            </a:r>
            <a:r>
              <a:rPr lang="en-US" altLang="zh-CN" dirty="0"/>
              <a:t> 1422 Halloween Costumes </a:t>
            </a:r>
            <a:endParaRPr lang="en-US" altLang="zh-CN" dirty="0" smtClean="0"/>
          </a:p>
          <a:p>
            <a:r>
              <a:rPr lang="en-US" altLang="zh-CN" u="sng" dirty="0" smtClean="0">
                <a:hlinkClick r:id="rId2"/>
              </a:rPr>
              <a:t>http</a:t>
            </a:r>
            <a:r>
              <a:rPr lang="en-US" altLang="zh-CN" u="sng" dirty="0">
                <a:hlinkClick r:id="rId2"/>
              </a:rPr>
              <a:t>://lightoj.com/volume_showproblem.php?problem=1422</a:t>
            </a:r>
            <a:endParaRPr kumimoji="1" lang="en-US" altLang="zh-CN" dirty="0" smtClean="0"/>
          </a:p>
          <a:p>
            <a:endParaRPr kumimoji="1" lang="en-US" altLang="zh-CN" dirty="0" smtClean="0"/>
          </a:p>
          <a:p>
            <a:r>
              <a:rPr lang="cs-CZ" altLang="zh-CN" dirty="0"/>
              <a:t>poj1651 </a:t>
            </a:r>
            <a:endParaRPr lang="cs-CZ" altLang="zh-CN" dirty="0" smtClean="0"/>
          </a:p>
          <a:p>
            <a:r>
              <a:rPr kumimoji="1" lang="cs-CZ" altLang="zh-CN" dirty="0">
                <a:hlinkClick r:id="rId3"/>
              </a:rPr>
              <a:t>http://</a:t>
            </a:r>
            <a:r>
              <a:rPr kumimoji="1" lang="cs-CZ" altLang="zh-CN" dirty="0" smtClean="0">
                <a:hlinkClick r:id="rId3"/>
              </a:rPr>
              <a:t>poj.org/problem?id=1651</a:t>
            </a:r>
            <a:endParaRPr kumimoji="1" lang="cs-CZ" altLang="zh-CN" dirty="0" smtClean="0"/>
          </a:p>
          <a:p>
            <a:endParaRPr kumimoji="1" lang="en-US" altLang="zh-CN" dirty="0"/>
          </a:p>
          <a:p>
            <a:r>
              <a:rPr lang="en-US" altLang="zh-CN" b="1" dirty="0"/>
              <a:t>P2758 </a:t>
            </a:r>
            <a:r>
              <a:rPr lang="zh-CN" altLang="en-US" b="1" dirty="0"/>
              <a:t>编辑距离</a:t>
            </a:r>
          </a:p>
          <a:p>
            <a:r>
              <a:rPr kumimoji="1" lang="en-US" altLang="zh-CN" dirty="0">
                <a:hlinkClick r:id="rId4"/>
              </a:rPr>
              <a:t>https://</a:t>
            </a:r>
            <a:r>
              <a:rPr kumimoji="1" lang="en-US" altLang="zh-CN" dirty="0" smtClean="0">
                <a:hlinkClick r:id="rId4"/>
              </a:rPr>
              <a:t>www.luogu.org/problemnew/show/P2758</a:t>
            </a:r>
            <a:endParaRPr kumimoji="1" lang="en-US" altLang="zh-CN" dirty="0" smtClean="0"/>
          </a:p>
          <a:p>
            <a:endParaRPr kumimoji="1"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5、9、12、15、20、25、26、28、29"/>
  <p:tag name="KSO_WM_TEMPLATE_CATEGORY" val="custom"/>
  <p:tag name="KSO_WM_TEMPLATE_INDEX" val="160337"/>
  <p:tag name="KSO_WM_TAG_VERSION" val="1.0"/>
  <p:tag name="KSO_WM_SLIDE_ID" val="custom160337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1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heme/theme1.xml><?xml version="1.0" encoding="utf-8"?>
<a:theme xmlns:a="http://schemas.openxmlformats.org/drawingml/2006/main" name="1_Office 主题">
  <a:themeElements>
    <a:clrScheme name="自定义 33">
      <a:dk1>
        <a:srgbClr val="000000"/>
      </a:dk1>
      <a:lt1>
        <a:srgbClr val="FFFFFF"/>
      </a:lt1>
      <a:dk2>
        <a:srgbClr val="000000"/>
      </a:dk2>
      <a:lt2>
        <a:srgbClr val="FEFEFE"/>
      </a:lt2>
      <a:accent1>
        <a:srgbClr val="F17700"/>
      </a:accent1>
      <a:accent2>
        <a:srgbClr val="DC2144"/>
      </a:accent2>
      <a:accent3>
        <a:srgbClr val="71CAE0"/>
      </a:accent3>
      <a:accent4>
        <a:srgbClr val="112D43"/>
      </a:accent4>
      <a:accent5>
        <a:srgbClr val="050F25"/>
      </a:accent5>
      <a:accent6>
        <a:srgbClr val="162D4E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自定义 33">
      <a:dk1>
        <a:srgbClr val="000000"/>
      </a:dk1>
      <a:lt1>
        <a:srgbClr val="FFFFFF"/>
      </a:lt1>
      <a:dk2>
        <a:srgbClr val="000000"/>
      </a:dk2>
      <a:lt2>
        <a:srgbClr val="FEFEFE"/>
      </a:lt2>
      <a:accent1>
        <a:srgbClr val="F17700"/>
      </a:accent1>
      <a:accent2>
        <a:srgbClr val="DC2144"/>
      </a:accent2>
      <a:accent3>
        <a:srgbClr val="71CAE0"/>
      </a:accent3>
      <a:accent4>
        <a:srgbClr val="112D43"/>
      </a:accent4>
      <a:accent5>
        <a:srgbClr val="050F25"/>
      </a:accent5>
      <a:accent6>
        <a:srgbClr val="162D4E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自定义 33">
      <a:dk1>
        <a:srgbClr val="000000"/>
      </a:dk1>
      <a:lt1>
        <a:srgbClr val="FFFFFF"/>
      </a:lt1>
      <a:dk2>
        <a:srgbClr val="000000"/>
      </a:dk2>
      <a:lt2>
        <a:srgbClr val="FEFEFE"/>
      </a:lt2>
      <a:accent1>
        <a:srgbClr val="F17700"/>
      </a:accent1>
      <a:accent2>
        <a:srgbClr val="DC2144"/>
      </a:accent2>
      <a:accent3>
        <a:srgbClr val="71CAE0"/>
      </a:accent3>
      <a:accent4>
        <a:srgbClr val="112D43"/>
      </a:accent4>
      <a:accent5>
        <a:srgbClr val="050F25"/>
      </a:accent5>
      <a:accent6>
        <a:srgbClr val="162D4E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A000120141114A22KPBG</Template>
  <TotalTime>137</TotalTime>
  <Words>957</Words>
  <Application>Microsoft Macintosh PowerPoint</Application>
  <PresentationFormat>宽屏</PresentationFormat>
  <Paragraphs>78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Calibri</vt:lpstr>
      <vt:lpstr>Century Gothic</vt:lpstr>
      <vt:lpstr>Consolas</vt:lpstr>
      <vt:lpstr>Wingdings</vt:lpstr>
      <vt:lpstr>等线</vt:lpstr>
      <vt:lpstr>宋体</vt:lpstr>
      <vt:lpstr>微软雅黑</vt:lpstr>
      <vt:lpstr>Arial</vt:lpstr>
      <vt:lpstr>1_Office 主题</vt:lpstr>
      <vt:lpstr>2_Office 主题</vt:lpstr>
      <vt:lpstr>3_Office 主题</vt:lpstr>
      <vt:lpstr>PowerPoint 演示文稿</vt:lpstr>
      <vt:lpstr>区间动态规划类问题</vt:lpstr>
      <vt:lpstr>区间动态规划的一般形式</vt:lpstr>
      <vt:lpstr>代码模版</vt:lpstr>
      <vt:lpstr>合并果子 </vt:lpstr>
      <vt:lpstr>PowerPoint 演示文稿</vt:lpstr>
      <vt:lpstr>题解</vt:lpstr>
      <vt:lpstr>CheapestPalindrome</vt:lpstr>
      <vt:lpstr>题解</vt:lpstr>
      <vt:lpstr>示例代码</vt:lpstr>
      <vt:lpstr>Brackets</vt:lpstr>
      <vt:lpstr>思路讲解</vt:lpstr>
      <vt:lpstr>示例代码</vt:lpstr>
      <vt:lpstr>作业</vt:lpstr>
    </vt:vector>
  </TitlesOfParts>
  <Company>Microsoft</Company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fdsa</dc:title>
  <dc:creator>admin</dc:creator>
  <cp:lastModifiedBy>934591874@qq.com</cp:lastModifiedBy>
  <cp:revision>1278</cp:revision>
  <dcterms:created xsi:type="dcterms:W3CDTF">2014-06-03T02:52:00Z</dcterms:created>
  <dcterms:modified xsi:type="dcterms:W3CDTF">2018-11-20T07:56:25Z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模板文件">
    <vt:lpwstr>A000120141114A22KPBG.pptx</vt:lpwstr>
  </property>
  <property fmtid="{D5CDD505-2E9C-101B-9397-08002B2CF9AE}" pid="3" name="标题">
    <vt:lpwstr>蓝色风格_A000120141114A22KPBG</vt:lpwstr>
  </property>
  <property fmtid="{D5CDD505-2E9C-101B-9397-08002B2CF9AE}" pid="4" name="关键字">
    <vt:lpwstr>PPT背景模板 商业科技 蓝 蓝色 宽屏 星光 闪烁 宽屏 V2007</vt:lpwstr>
  </property>
  <property fmtid="{D5CDD505-2E9C-101B-9397-08002B2CF9AE}" pid="5" name="KSOProductBuildVer">
    <vt:lpwstr>2052-11.1.0.7711</vt:lpwstr>
  </property>
  <property fmtid="{D5CDD505-2E9C-101B-9397-08002B2CF9AE}" pid="6" name="name">
    <vt:lpwstr>蓝色简约.pptx</vt:lpwstr>
  </property>
  <property fmtid="{D5CDD505-2E9C-101B-9397-08002B2CF9AE}" pid="7" name="fileid">
    <vt:lpwstr>861037</vt:lpwstr>
  </property>
  <property fmtid="{D5CDD505-2E9C-101B-9397-08002B2CF9AE}" pid="8" name="search_tags">
    <vt:lpwstr>PPT模板</vt:lpwstr>
  </property>
</Properties>
</file>